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" charset="1" panose="020B0502030000000004"/>
      <p:regular r:id="rId12"/>
    </p:embeddedFont>
    <p:embeddedFont>
      <p:font typeface="Nunito Sans Expanded Bold" charset="1" panose="00000000000000000000"/>
      <p:regular r:id="rId13"/>
    </p:embeddedFont>
    <p:embeddedFont>
      <p:font typeface="Tex Gyre Termes Italics" charset="1" panose="00000500000000000000"/>
      <p:regular r:id="rId14"/>
    </p:embeddedFont>
    <p:embeddedFont>
      <p:font typeface="Inter Light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Relationship Id="rId4" Target="../media/image1.jpe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94409" y="3529647"/>
            <a:ext cx="449918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pc="84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MONTHLY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94409" y="4642167"/>
            <a:ext cx="4499182" cy="226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20"/>
              </a:lnSpc>
            </a:pPr>
            <a:r>
              <a:rPr lang="en-US" sz="10400" i="true" spc="-52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Content Calendar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79920" y="1942987"/>
            <a:ext cx="1779380" cy="2254917"/>
          </a:xfrm>
          <a:custGeom>
            <a:avLst/>
            <a:gdLst/>
            <a:ahLst/>
            <a:cxnLst/>
            <a:rect r="r" b="b" t="t" l="l"/>
            <a:pathLst>
              <a:path h="2254917" w="1779380">
                <a:moveTo>
                  <a:pt x="0" y="0"/>
                </a:moveTo>
                <a:lnTo>
                  <a:pt x="1779380" y="0"/>
                </a:lnTo>
                <a:lnTo>
                  <a:pt x="1779380" y="2254917"/>
                </a:lnTo>
                <a:lnTo>
                  <a:pt x="0" y="2254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43" r="0" b="-20143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950391" y="3470204"/>
            <a:ext cx="1419219" cy="1798503"/>
          </a:xfrm>
          <a:custGeom>
            <a:avLst/>
            <a:gdLst/>
            <a:ahLst/>
            <a:cxnLst/>
            <a:rect r="r" b="b" t="t" l="l"/>
            <a:pathLst>
              <a:path h="1798503" w="1419219">
                <a:moveTo>
                  <a:pt x="0" y="0"/>
                </a:moveTo>
                <a:lnTo>
                  <a:pt x="1419219" y="0"/>
                </a:lnTo>
                <a:lnTo>
                  <a:pt x="1419219" y="1798503"/>
                </a:lnTo>
                <a:lnTo>
                  <a:pt x="0" y="1798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83" r="0" b="-9183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51906" y="4559955"/>
            <a:ext cx="1471049" cy="1864184"/>
          </a:xfrm>
          <a:custGeom>
            <a:avLst/>
            <a:gdLst/>
            <a:ahLst/>
            <a:cxnLst/>
            <a:rect r="r" b="b" t="t" l="l"/>
            <a:pathLst>
              <a:path h="1864184" w="1471049">
                <a:moveTo>
                  <a:pt x="0" y="0"/>
                </a:moveTo>
                <a:lnTo>
                  <a:pt x="1471049" y="0"/>
                </a:lnTo>
                <a:lnTo>
                  <a:pt x="1471049" y="1864184"/>
                </a:lnTo>
                <a:lnTo>
                  <a:pt x="0" y="1864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07" r="0" b="-2607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28407" y="5885753"/>
            <a:ext cx="1805014" cy="2287401"/>
          </a:xfrm>
          <a:custGeom>
            <a:avLst/>
            <a:gdLst/>
            <a:ahLst/>
            <a:cxnLst/>
            <a:rect r="r" b="b" t="t" l="l"/>
            <a:pathLst>
              <a:path h="2287401" w="1805014">
                <a:moveTo>
                  <a:pt x="0" y="0"/>
                </a:moveTo>
                <a:lnTo>
                  <a:pt x="1805014" y="0"/>
                </a:lnTo>
                <a:lnTo>
                  <a:pt x="1805014" y="2287401"/>
                </a:lnTo>
                <a:lnTo>
                  <a:pt x="0" y="228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07" r="0" b="-2607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AutoShape 15" id="15"/>
          <p:cNvSpPr/>
          <p:nvPr/>
        </p:nvSpPr>
        <p:spPr>
          <a:xfrm flipV="true">
            <a:off x="13835392" y="1028700"/>
            <a:ext cx="0" cy="822960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4452608" y="1028700"/>
            <a:ext cx="0" cy="822960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702141" y="1042988"/>
            <a:ext cx="0" cy="822960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141118" y="4929956"/>
            <a:ext cx="178979" cy="17897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41118" y="5330006"/>
            <a:ext cx="178979" cy="1789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41118" y="5730056"/>
            <a:ext cx="178979" cy="1789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41118" y="6130106"/>
            <a:ext cx="178979" cy="17897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41118" y="6530156"/>
            <a:ext cx="178979" cy="17897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41118" y="6930206"/>
            <a:ext cx="178979" cy="17897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1118" y="7330256"/>
            <a:ext cx="178979" cy="17897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141118" y="7730306"/>
            <a:ext cx="178979" cy="17897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683988" y="4677085"/>
            <a:ext cx="2573902" cy="3261773"/>
          </a:xfrm>
          <a:custGeom>
            <a:avLst/>
            <a:gdLst/>
            <a:ahLst/>
            <a:cxnLst/>
            <a:rect r="r" b="b" t="t" l="l"/>
            <a:pathLst>
              <a:path h="3261773" w="2573902">
                <a:moveTo>
                  <a:pt x="0" y="0"/>
                </a:moveTo>
                <a:lnTo>
                  <a:pt x="2573902" y="0"/>
                </a:lnTo>
                <a:lnTo>
                  <a:pt x="2573902" y="3261773"/>
                </a:lnTo>
                <a:lnTo>
                  <a:pt x="0" y="3261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07" r="0" b="-2607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4684595" y="4677085"/>
            <a:ext cx="2573902" cy="3261773"/>
          </a:xfrm>
          <a:custGeom>
            <a:avLst/>
            <a:gdLst/>
            <a:ahLst/>
            <a:cxnLst/>
            <a:rect r="r" b="b" t="t" l="l"/>
            <a:pathLst>
              <a:path h="3261773" w="2573902">
                <a:moveTo>
                  <a:pt x="0" y="0"/>
                </a:moveTo>
                <a:lnTo>
                  <a:pt x="2573902" y="0"/>
                </a:lnTo>
                <a:lnTo>
                  <a:pt x="2573902" y="3261773"/>
                </a:lnTo>
                <a:lnTo>
                  <a:pt x="0" y="3261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07" r="0" b="-2607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7685202" y="4677085"/>
            <a:ext cx="2573902" cy="3261773"/>
          </a:xfrm>
          <a:custGeom>
            <a:avLst/>
            <a:gdLst/>
            <a:ahLst/>
            <a:cxnLst/>
            <a:rect r="r" b="b" t="t" l="l"/>
            <a:pathLst>
              <a:path h="3261773" w="2573902">
                <a:moveTo>
                  <a:pt x="0" y="0"/>
                </a:moveTo>
                <a:lnTo>
                  <a:pt x="2573902" y="0"/>
                </a:lnTo>
                <a:lnTo>
                  <a:pt x="2573902" y="3261773"/>
                </a:lnTo>
                <a:lnTo>
                  <a:pt x="0" y="3261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143" r="0" b="-20143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-1316619" y="4677085"/>
            <a:ext cx="2573902" cy="3261773"/>
          </a:xfrm>
          <a:custGeom>
            <a:avLst/>
            <a:gdLst/>
            <a:ahLst/>
            <a:cxnLst/>
            <a:rect r="r" b="b" t="t" l="l"/>
            <a:pathLst>
              <a:path h="3261773" w="2573902">
                <a:moveTo>
                  <a:pt x="0" y="0"/>
                </a:moveTo>
                <a:lnTo>
                  <a:pt x="2573902" y="0"/>
                </a:lnTo>
                <a:lnTo>
                  <a:pt x="2573902" y="3261773"/>
                </a:lnTo>
                <a:lnTo>
                  <a:pt x="0" y="3261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07" r="0" b="-2607"/>
            </a:stretch>
          </a:blipFill>
          <a:ln w="9525" cap="sq">
            <a:solidFill>
              <a:srgbClr val="222220"/>
            </a:solidFill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50463" y="489085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Brand Awareness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50463" y="529090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Customer Loyalty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50463" y="569095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Educate Audience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50463" y="609100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Generate Leads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550463" y="649105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Generate Sales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50463" y="689110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Grow Audience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550463" y="729115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Build Trust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550463" y="7691208"/>
            <a:ext cx="332564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sz="1600" spc="-80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Generate Email Sign-ups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39103" y="2227256"/>
            <a:ext cx="449918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 strike="noStrike" u="none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CONTENT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39103" y="2629211"/>
            <a:ext cx="4499182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 strike="noStrike" u="none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Inspiration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41118" y="2227256"/>
            <a:ext cx="373499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 strike="noStrike" u="none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CONTENT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41118" y="2629211"/>
            <a:ext cx="3734992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Goals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-5400000">
            <a:off x="13164675" y="3955381"/>
            <a:ext cx="134091" cy="181204"/>
          </a:xfrm>
          <a:custGeom>
            <a:avLst/>
            <a:gdLst/>
            <a:ahLst/>
            <a:cxnLst/>
            <a:rect r="r" b="b" t="t" l="l"/>
            <a:pathLst>
              <a:path h="181204" w="134091">
                <a:moveTo>
                  <a:pt x="0" y="0"/>
                </a:moveTo>
                <a:lnTo>
                  <a:pt x="134091" y="0"/>
                </a:lnTo>
                <a:lnTo>
                  <a:pt x="134091" y="181204"/>
                </a:lnTo>
                <a:lnTo>
                  <a:pt x="0" y="181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3550463" y="3950217"/>
            <a:ext cx="207216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</a:pPr>
            <a:r>
              <a:rPr lang="en-US" sz="1299" spc="-6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Highlight your business goals for this month’s content.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14120" y="7059209"/>
            <a:ext cx="178979" cy="1789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9103" y="5744532"/>
            <a:ext cx="1946482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Topic: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3465" y="705694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Product Promotion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3465" y="745699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Social Media Post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23465" y="785704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Lead Magnet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3465" y="825709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Recent Blog Article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29355" y="705694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Testimonial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29355" y="745699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Personal Story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29355" y="785704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Educational Tips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29355" y="8257091"/>
            <a:ext cx="2167945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Free Download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14120" y="7459259"/>
            <a:ext cx="178979" cy="1789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14120" y="7859309"/>
            <a:ext cx="178979" cy="17897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14120" y="8259359"/>
            <a:ext cx="178979" cy="17897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20010" y="7059209"/>
            <a:ext cx="178979" cy="17897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20010" y="7459259"/>
            <a:ext cx="178979" cy="17897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20010" y="7859309"/>
            <a:ext cx="178979" cy="17897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920010" y="8259359"/>
            <a:ext cx="178979" cy="17897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460193" y="4357376"/>
            <a:ext cx="19051521" cy="556444"/>
            <a:chOff x="0" y="0"/>
            <a:chExt cx="5017685" cy="1465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939103" y="4508281"/>
            <a:ext cx="353520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BLOG ARTICLE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39103" y="6985390"/>
            <a:ext cx="1946482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Keywords: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39103" y="8226248"/>
            <a:ext cx="1946482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Promotion: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73984" y="5731514"/>
            <a:ext cx="2792219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Five Features Your About Page Should Have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73984" y="6985390"/>
            <a:ext cx="2792219" cy="61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About Page, Website, Copywriting, Web Design, Marketing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73984" y="8226248"/>
            <a:ext cx="2792219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About Page Template Add-on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14120" y="5744532"/>
            <a:ext cx="1946482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Topic: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14120" y="4508281"/>
            <a:ext cx="353520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EMAIL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49000" y="5731514"/>
            <a:ext cx="2792219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Monthly Newsletter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14120" y="6600829"/>
            <a:ext cx="1946482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Inclusions: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39103" y="2227256"/>
            <a:ext cx="449918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SUPPORTING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39103" y="2629211"/>
            <a:ext cx="4499182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Content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AutoShape 51" id="51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sp>
        <p:nvSpPr>
          <p:cNvPr name="AutoShape 57" id="57"/>
          <p:cNvSpPr/>
          <p:nvPr/>
        </p:nvSpPr>
        <p:spPr>
          <a:xfrm flipV="true">
            <a:off x="9144000" y="4357376"/>
            <a:ext cx="0" cy="4891399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8" id="58"/>
          <p:cNvSpPr/>
          <p:nvPr/>
        </p:nvSpPr>
        <p:spPr>
          <a:xfrm flipH="false" flipV="false" rot="-5400000">
            <a:off x="14801343" y="2260995"/>
            <a:ext cx="134091" cy="181204"/>
          </a:xfrm>
          <a:custGeom>
            <a:avLst/>
            <a:gdLst/>
            <a:ahLst/>
            <a:cxnLst/>
            <a:rect r="r" b="b" t="t" l="l"/>
            <a:pathLst>
              <a:path h="181204" w="134091">
                <a:moveTo>
                  <a:pt x="0" y="0"/>
                </a:moveTo>
                <a:lnTo>
                  <a:pt x="134091" y="0"/>
                </a:lnTo>
                <a:lnTo>
                  <a:pt x="134091" y="181204"/>
                </a:lnTo>
                <a:lnTo>
                  <a:pt x="0" y="18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5187131" y="2255831"/>
            <a:ext cx="20721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</a:pPr>
            <a:r>
              <a:rPr lang="en-US" sz="1299" spc="-6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Add the details for long-form content for your blog and email marketing for the month to support your online marketing.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8448" y="57069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Tutorials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8448" y="61069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8448" y="65070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Definitions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48448" y="69070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Formulas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8448" y="73071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Tips &amp; Tricks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8448" y="77071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FAQs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39103" y="5709179"/>
            <a:ext cx="178979" cy="1789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39103" y="6109229"/>
            <a:ext cx="178979" cy="1789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39103" y="6509279"/>
            <a:ext cx="178979" cy="1789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39103" y="6909329"/>
            <a:ext cx="178979" cy="17897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39103" y="7309379"/>
            <a:ext cx="178979" cy="17897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39103" y="7709429"/>
            <a:ext cx="178979" cy="17897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939103" y="4834739"/>
            <a:ext cx="353520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EDUCATION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6636225" y="4348907"/>
            <a:ext cx="0" cy="503725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2295478" y="4348907"/>
            <a:ext cx="0" cy="503725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007701" y="57069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Personal Story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07701" y="61069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Behind the Scenes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07701" y="65070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Inspiration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07701" y="69070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Milestones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07701" y="73071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Day in the Life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07701" y="77071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Routines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98356" y="5709179"/>
            <a:ext cx="178979" cy="17897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98356" y="6109229"/>
            <a:ext cx="178979" cy="17897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98356" y="6509279"/>
            <a:ext cx="178979" cy="17897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98356" y="6909329"/>
            <a:ext cx="178979" cy="17897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98356" y="7309379"/>
            <a:ext cx="178979" cy="178979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98356" y="7709429"/>
            <a:ext cx="178979" cy="17897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598356" y="4834739"/>
            <a:ext cx="353520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CONNECTION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666953" y="57069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Sales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666953" y="61069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Lead Magnet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666953" y="65070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Recent Blog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666953" y="69070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New Products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666953" y="730711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Testimonials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666953" y="7707161"/>
            <a:ext cx="3325647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Product Features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257608" y="5709179"/>
            <a:ext cx="178979" cy="178979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257608" y="6109229"/>
            <a:ext cx="178979" cy="178979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257608" y="6509279"/>
            <a:ext cx="178979" cy="178979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257608" y="6909329"/>
            <a:ext cx="178979" cy="178979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257608" y="7309379"/>
            <a:ext cx="178979" cy="178979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257608" y="7709429"/>
            <a:ext cx="178979" cy="178979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3257608" y="4834739"/>
            <a:ext cx="353520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PROMOTION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39103" y="2227256"/>
            <a:ext cx="449918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 strike="noStrike" u="none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CONTENT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939103" y="2629211"/>
            <a:ext cx="4499182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Themes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AutoShape 82" id="82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sp>
        <p:nvSpPr>
          <p:cNvPr name="AutoShape 88" id="88"/>
          <p:cNvSpPr/>
          <p:nvPr/>
        </p:nvSpPr>
        <p:spPr>
          <a:xfrm>
            <a:off x="-457440" y="434890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9" id="89"/>
          <p:cNvSpPr/>
          <p:nvPr/>
        </p:nvSpPr>
        <p:spPr>
          <a:xfrm flipH="false" flipV="false" rot="-5400000">
            <a:off x="14801343" y="2260995"/>
            <a:ext cx="134091" cy="181204"/>
          </a:xfrm>
          <a:custGeom>
            <a:avLst/>
            <a:gdLst/>
            <a:ahLst/>
            <a:cxnLst/>
            <a:rect r="r" b="b" t="t" l="l"/>
            <a:pathLst>
              <a:path h="181204" w="134091">
                <a:moveTo>
                  <a:pt x="0" y="0"/>
                </a:moveTo>
                <a:lnTo>
                  <a:pt x="134091" y="0"/>
                </a:lnTo>
                <a:lnTo>
                  <a:pt x="134091" y="181204"/>
                </a:lnTo>
                <a:lnTo>
                  <a:pt x="0" y="18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5187131" y="2255831"/>
            <a:ext cx="207216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</a:pPr>
            <a:r>
              <a:rPr lang="en-US" sz="1299" spc="-6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Highlight the types of content you want to include in your calendar from each of the content themes.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9103" y="2227256"/>
            <a:ext cx="449918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9103" y="2629211"/>
            <a:ext cx="4499182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Items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928712" y="2255831"/>
          <a:ext cx="12330588" cy="5697314"/>
        </p:xfrm>
        <a:graphic>
          <a:graphicData uri="http://schemas.openxmlformats.org/drawingml/2006/table">
            <a:tbl>
              <a:tblPr/>
              <a:tblGrid>
                <a:gridCol w="7248715"/>
                <a:gridCol w="1693958"/>
                <a:gridCol w="1693958"/>
                <a:gridCol w="1693958"/>
              </a:tblGrid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400"/>
                        </a:lnSpc>
                        <a:defRPr/>
                      </a:pPr>
                      <a:r>
                        <a:rPr lang="en-US" sz="1400" spc="-70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TASK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400"/>
                        </a:lnSpc>
                        <a:defRPr/>
                      </a:pPr>
                      <a:r>
                        <a:rPr lang="en-US" sz="1400" spc="-70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TIME REQUIRED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400" spc="-70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IN PROGRESS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400" spc="-70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COMPLETED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Write first blog draft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3 hours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Film raw footage for video content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2 hours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spc="-65">
                          <a:solidFill>
                            <a:srgbClr val="222220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9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DC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5</a:t>
            </a:r>
          </a:p>
        </p:txBody>
      </p:sp>
      <p:sp>
        <p:nvSpPr>
          <p:cNvPr name="AutoShape 6" id="6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1962660" y="7196310"/>
            <a:ext cx="134091" cy="181204"/>
          </a:xfrm>
          <a:custGeom>
            <a:avLst/>
            <a:gdLst/>
            <a:ahLst/>
            <a:cxnLst/>
            <a:rect r="r" b="b" t="t" l="l"/>
            <a:pathLst>
              <a:path h="181204" w="134091">
                <a:moveTo>
                  <a:pt x="0" y="0"/>
                </a:moveTo>
                <a:lnTo>
                  <a:pt x="134091" y="0"/>
                </a:lnTo>
                <a:lnTo>
                  <a:pt x="134091" y="181204"/>
                </a:lnTo>
                <a:lnTo>
                  <a:pt x="0" y="18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48448" y="7191146"/>
            <a:ext cx="16687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</a:pPr>
            <a:r>
              <a:rPr lang="en-US" sz="1299" spc="-6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Add your action items to the table for creating and publishing content for the month.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9103" y="2227256"/>
            <a:ext cx="2964784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9103" y="2629211"/>
            <a:ext cx="2964784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5600" i="true" spc="-280">
                <a:solidFill>
                  <a:srgbClr val="22222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Calendar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519074" y="4707096"/>
            <a:ext cx="1591013" cy="1038037"/>
            <a:chOff x="0" y="0"/>
            <a:chExt cx="588691" cy="3840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970836" y="2501398"/>
            <a:ext cx="1591013" cy="1038037"/>
            <a:chOff x="0" y="0"/>
            <a:chExt cx="588691" cy="3840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04103" y="6915109"/>
            <a:ext cx="1591013" cy="1038037"/>
            <a:chOff x="0" y="0"/>
            <a:chExt cx="588691" cy="3840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19074" y="3605405"/>
            <a:ext cx="1591013" cy="1038037"/>
            <a:chOff x="0" y="0"/>
            <a:chExt cx="588691" cy="3840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13751" y="2501398"/>
            <a:ext cx="1591013" cy="1038037"/>
            <a:chOff x="0" y="0"/>
            <a:chExt cx="588691" cy="384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02329" y="2501398"/>
            <a:ext cx="1591013" cy="1038037"/>
            <a:chOff x="0" y="0"/>
            <a:chExt cx="588691" cy="3840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517300" y="5811103"/>
            <a:ext cx="1591013" cy="1038037"/>
            <a:chOff x="0" y="0"/>
            <a:chExt cx="588691" cy="38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15525" y="6915109"/>
            <a:ext cx="1591013" cy="1038037"/>
            <a:chOff x="0" y="0"/>
            <a:chExt cx="588691" cy="38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07652" y="3605405"/>
            <a:ext cx="1591013" cy="1038037"/>
            <a:chOff x="0" y="0"/>
            <a:chExt cx="588691" cy="3840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07652" y="4707096"/>
            <a:ext cx="1591013" cy="1038037"/>
            <a:chOff x="0" y="0"/>
            <a:chExt cx="588691" cy="3840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05878" y="5811103"/>
            <a:ext cx="1591013" cy="1038037"/>
            <a:chOff x="0" y="0"/>
            <a:chExt cx="588691" cy="3840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99779" y="3605405"/>
            <a:ext cx="1591013" cy="1038037"/>
            <a:chOff x="0" y="0"/>
            <a:chExt cx="588691" cy="3840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894456" y="2501398"/>
            <a:ext cx="1591013" cy="1038037"/>
            <a:chOff x="0" y="0"/>
            <a:chExt cx="588691" cy="3840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99779" y="4707096"/>
            <a:ext cx="1591013" cy="1038037"/>
            <a:chOff x="0" y="0"/>
            <a:chExt cx="588691" cy="3840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98005" y="5811103"/>
            <a:ext cx="1591013" cy="1038037"/>
            <a:chOff x="0" y="0"/>
            <a:chExt cx="588691" cy="3840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896230" y="6915109"/>
            <a:ext cx="1591013" cy="1038037"/>
            <a:chOff x="0" y="0"/>
            <a:chExt cx="588691" cy="3840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591906" y="3605405"/>
            <a:ext cx="1591013" cy="1038037"/>
            <a:chOff x="0" y="0"/>
            <a:chExt cx="588691" cy="3840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586583" y="2501398"/>
            <a:ext cx="1591013" cy="1038037"/>
            <a:chOff x="0" y="0"/>
            <a:chExt cx="588691" cy="3840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591906" y="4707096"/>
            <a:ext cx="1591013" cy="1038037"/>
            <a:chOff x="0" y="0"/>
            <a:chExt cx="588691" cy="3840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590131" y="5811103"/>
            <a:ext cx="1591013" cy="1038037"/>
            <a:chOff x="0" y="0"/>
            <a:chExt cx="588691" cy="3840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588357" y="6915109"/>
            <a:ext cx="1591013" cy="1038037"/>
            <a:chOff x="0" y="0"/>
            <a:chExt cx="588691" cy="3840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284033" y="3605405"/>
            <a:ext cx="1591013" cy="1038037"/>
            <a:chOff x="0" y="0"/>
            <a:chExt cx="588691" cy="3840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278709" y="2501398"/>
            <a:ext cx="1591013" cy="1038037"/>
            <a:chOff x="0" y="0"/>
            <a:chExt cx="588691" cy="3840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284033" y="4707096"/>
            <a:ext cx="1591013" cy="1038037"/>
            <a:chOff x="0" y="0"/>
            <a:chExt cx="588691" cy="3840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282258" y="5811103"/>
            <a:ext cx="1591013" cy="1038037"/>
            <a:chOff x="0" y="0"/>
            <a:chExt cx="588691" cy="3840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80484" y="6915109"/>
            <a:ext cx="1591013" cy="1038037"/>
            <a:chOff x="0" y="0"/>
            <a:chExt cx="588691" cy="3840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976160" y="3605405"/>
            <a:ext cx="1591013" cy="1038037"/>
            <a:chOff x="0" y="0"/>
            <a:chExt cx="588691" cy="3840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976160" y="4707096"/>
            <a:ext cx="1591013" cy="1038037"/>
            <a:chOff x="0" y="0"/>
            <a:chExt cx="588691" cy="3840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974385" y="5811103"/>
            <a:ext cx="1591013" cy="1038037"/>
            <a:chOff x="0" y="0"/>
            <a:chExt cx="588691" cy="3840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972611" y="6915109"/>
            <a:ext cx="1591013" cy="1038037"/>
            <a:chOff x="0" y="0"/>
            <a:chExt cx="588691" cy="3840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668287" y="3605405"/>
            <a:ext cx="1591013" cy="1038037"/>
            <a:chOff x="0" y="0"/>
            <a:chExt cx="588691" cy="3840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662963" y="2501398"/>
            <a:ext cx="1591013" cy="1038037"/>
            <a:chOff x="0" y="0"/>
            <a:chExt cx="588691" cy="3840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668287" y="4707096"/>
            <a:ext cx="1591013" cy="1038037"/>
            <a:chOff x="0" y="0"/>
            <a:chExt cx="588691" cy="3840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666512" y="5811103"/>
            <a:ext cx="1591013" cy="1038037"/>
            <a:chOff x="0" y="0"/>
            <a:chExt cx="588691" cy="3840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664738" y="6915109"/>
            <a:ext cx="1591013" cy="1038037"/>
            <a:chOff x="0" y="0"/>
            <a:chExt cx="588691" cy="3840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88691" cy="384084"/>
            </a:xfrm>
            <a:custGeom>
              <a:avLst/>
              <a:gdLst/>
              <a:ahLst/>
              <a:cxnLst/>
              <a:rect r="r" b="b" t="t" l="l"/>
              <a:pathLst>
                <a:path h="384084" w="588691">
                  <a:moveTo>
                    <a:pt x="0" y="0"/>
                  </a:moveTo>
                  <a:lnTo>
                    <a:pt x="588691" y="0"/>
                  </a:lnTo>
                  <a:lnTo>
                    <a:pt x="588691" y="384084"/>
                  </a:lnTo>
                  <a:lnTo>
                    <a:pt x="0" y="384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DCDC9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588691" cy="39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5700547" y="2284406"/>
            <a:ext cx="1228069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SUN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393366" y="2284406"/>
            <a:ext cx="122532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MON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083443" y="2284406"/>
            <a:ext cx="122532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TUE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773520" y="2284406"/>
            <a:ext cx="122532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WED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463596" y="2284406"/>
            <a:ext cx="122532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THU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153673" y="2284406"/>
            <a:ext cx="1225326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FRI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5843750" y="2284406"/>
            <a:ext cx="1229440" cy="1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</a:pPr>
            <a:r>
              <a:rPr lang="en-US" sz="1396" spc="-6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SAT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939103" y="6306816"/>
            <a:ext cx="1416134" cy="346158"/>
            <a:chOff x="0" y="0"/>
            <a:chExt cx="529580" cy="12945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F7F7F3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Video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939103" y="6743221"/>
            <a:ext cx="1416134" cy="346158"/>
            <a:chOff x="0" y="0"/>
            <a:chExt cx="529580" cy="12945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Photo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939103" y="7175104"/>
            <a:ext cx="1416134" cy="346158"/>
            <a:chOff x="0" y="0"/>
            <a:chExt cx="529580" cy="12945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E6E6DD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24" id="124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Graphic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939103" y="7606987"/>
            <a:ext cx="1416134" cy="346158"/>
            <a:chOff x="0" y="0"/>
            <a:chExt cx="529580" cy="12945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CDCDC9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Carousel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3450132" y="7175104"/>
            <a:ext cx="1416134" cy="346158"/>
            <a:chOff x="0" y="0"/>
            <a:chExt cx="529580" cy="12945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Platform 1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450132" y="7606987"/>
            <a:ext cx="1416134" cy="346158"/>
            <a:chOff x="0" y="0"/>
            <a:chExt cx="529580" cy="12945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Platform 2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939103" y="5782528"/>
            <a:ext cx="296526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KEY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939103" y="4286515"/>
            <a:ext cx="224798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b="true" sz="1600" spc="32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START</a:t>
            </a:r>
            <a:r>
              <a:rPr lang="en-US" b="true" sz="1600" spc="32" strike="noStrike" u="none">
                <a:solidFill>
                  <a:srgbClr val="222220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 DATE: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939103" y="4664975"/>
            <a:ext cx="121085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sz="1599" spc="-7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3 August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  <p:sp>
        <p:nvSpPr>
          <p:cNvPr name="AutoShape 138" id="138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9" id="139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41" id="141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  <a:r>
                <a:rPr lang="en-US" sz="1400" spc="-28" strike="noStrike" u="none">
                  <a:solidFill>
                    <a:srgbClr val="222220"/>
                  </a:solidFill>
                  <a:latin typeface="Inter"/>
                  <a:ea typeface="Inter"/>
                  <a:cs typeface="Inter"/>
                  <a:sym typeface="Inter"/>
                </a:rPr>
                <a:t>AUGUST 2028</a:t>
              </a: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102870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STUDIO SHODWE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4270790" y="685721"/>
            <a:ext cx="298851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</a:pPr>
            <a:r>
              <a:rPr lang="en-US" sz="1400" spc="-28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CONTENT CALENDAR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7289768" y="2640920"/>
            <a:ext cx="1416134" cy="346158"/>
            <a:chOff x="0" y="0"/>
            <a:chExt cx="529580" cy="12945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F7F7F3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Behind the Scenes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7289768" y="3053754"/>
            <a:ext cx="1416134" cy="346158"/>
            <a:chOff x="0" y="0"/>
            <a:chExt cx="529580" cy="12945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Testimonial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0679345" y="3744927"/>
            <a:ext cx="1416134" cy="346158"/>
            <a:chOff x="0" y="0"/>
            <a:chExt cx="529580" cy="12945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Product Demo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0679345" y="4157760"/>
            <a:ext cx="1416134" cy="346158"/>
            <a:chOff x="0" y="0"/>
            <a:chExt cx="529580" cy="12945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CDCDC9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FAQs answered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4068923" y="4848934"/>
            <a:ext cx="1416134" cy="346158"/>
            <a:chOff x="0" y="0"/>
            <a:chExt cx="529580" cy="12945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F7F7F3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Sale Promotion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4068923" y="5261767"/>
            <a:ext cx="1416134" cy="346158"/>
            <a:chOff x="0" y="0"/>
            <a:chExt cx="529580" cy="12945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Lead Magnet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679345" y="7058689"/>
            <a:ext cx="1416134" cy="346158"/>
            <a:chOff x="0" y="0"/>
            <a:chExt cx="529580" cy="12945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F7F7F3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Tutorial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0679345" y="7471523"/>
            <a:ext cx="1416134" cy="346158"/>
            <a:chOff x="0" y="0"/>
            <a:chExt cx="529580" cy="12945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E6E6DD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67" id="167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Definitions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7289768" y="4848934"/>
            <a:ext cx="1416134" cy="346158"/>
            <a:chOff x="0" y="0"/>
            <a:chExt cx="529580" cy="12945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E6E6DD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Product Features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2371472" y="2640920"/>
            <a:ext cx="1416134" cy="346158"/>
            <a:chOff x="0" y="0"/>
            <a:chExt cx="529580" cy="12945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64725" y="0"/>
                  </a:moveTo>
                  <a:lnTo>
                    <a:pt x="464855" y="0"/>
                  </a:lnTo>
                  <a:cubicBezTo>
                    <a:pt x="500602" y="0"/>
                    <a:pt x="529580" y="28978"/>
                    <a:pt x="529580" y="64725"/>
                  </a:cubicBezTo>
                  <a:lnTo>
                    <a:pt x="529580" y="64725"/>
                  </a:lnTo>
                  <a:cubicBezTo>
                    <a:pt x="529580" y="81891"/>
                    <a:pt x="522761" y="98354"/>
                    <a:pt x="510622" y="110492"/>
                  </a:cubicBezTo>
                  <a:cubicBezTo>
                    <a:pt x="498484" y="122631"/>
                    <a:pt x="482021" y="129450"/>
                    <a:pt x="464855" y="129450"/>
                  </a:cubicBezTo>
                  <a:lnTo>
                    <a:pt x="64725" y="129450"/>
                  </a:lnTo>
                  <a:cubicBezTo>
                    <a:pt x="47559" y="129450"/>
                    <a:pt x="31096" y="122631"/>
                    <a:pt x="18958" y="110492"/>
                  </a:cubicBezTo>
                  <a:cubicBezTo>
                    <a:pt x="6819" y="98354"/>
                    <a:pt x="0" y="81891"/>
                    <a:pt x="0" y="64725"/>
                  </a:cubicBezTo>
                  <a:lnTo>
                    <a:pt x="0" y="64725"/>
                  </a:lnTo>
                  <a:cubicBezTo>
                    <a:pt x="0" y="47559"/>
                    <a:pt x="6819" y="31096"/>
                    <a:pt x="18958" y="18958"/>
                  </a:cubicBezTo>
                  <a:cubicBezTo>
                    <a:pt x="31096" y="6819"/>
                    <a:pt x="47559" y="0"/>
                    <a:pt x="64725" y="0"/>
                  </a:cubicBezTo>
                  <a:close/>
                </a:path>
              </a:pathLst>
            </a:custGeom>
            <a:solidFill>
              <a:srgbClr val="E6E6DD"/>
            </a:solidFill>
            <a:ln w="9525" cap="rnd">
              <a:solidFill>
                <a:srgbClr val="222220"/>
              </a:solidFill>
              <a:prstDash val="solid"/>
              <a:round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Latest Blog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2371472" y="5926107"/>
            <a:ext cx="1416134" cy="346158"/>
            <a:chOff x="0" y="0"/>
            <a:chExt cx="529580" cy="12945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29580" cy="129450"/>
            </a:xfrm>
            <a:custGeom>
              <a:avLst/>
              <a:gdLst/>
              <a:ahLst/>
              <a:cxnLst/>
              <a:rect r="r" b="b" t="t" l="l"/>
              <a:pathLst>
                <a:path h="129450" w="529580">
                  <a:moveTo>
                    <a:pt x="0" y="0"/>
                  </a:moveTo>
                  <a:lnTo>
                    <a:pt x="529580" y="0"/>
                  </a:lnTo>
                  <a:lnTo>
                    <a:pt x="529580" y="129450"/>
                  </a:lnTo>
                  <a:lnTo>
                    <a:pt x="0" y="129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76" id="176"/>
            <p:cNvSpPr txBox="true"/>
            <p:nvPr/>
          </p:nvSpPr>
          <p:spPr>
            <a:xfrm>
              <a:off x="0" y="9525"/>
              <a:ext cx="529580" cy="11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200"/>
                </a:lnSpc>
                <a:spcBef>
                  <a:spcPct val="0"/>
                </a:spcBef>
              </a:pPr>
              <a:r>
                <a:rPr lang="en-US" sz="1200" spc="-60">
                  <a:solidFill>
                    <a:srgbClr val="22222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Morning Highlight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DAG6vKeRhqY</dc:identifier>
  <dcterms:modified xsi:type="dcterms:W3CDTF">2011-08-01T06:04:30Z</dcterms:modified>
  <cp:revision>1</cp:revision>
  <dc:title>Beige Minimalist Social Media Monthly Content Calendar Presentation</dc:title>
</cp:coreProperties>
</file>