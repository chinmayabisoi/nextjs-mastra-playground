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Dynapuff Condensed" charset="1" panose="00000000000000000000"/>
      <p:regular r:id="rId16"/>
    </p:embeddedFont>
    <p:embeddedFont>
      <p:font typeface="Dynapuff SemiCondensed" charset="1" panose="00000000000000000000"/>
      <p:regular r:id="rId17"/>
    </p:embeddedFont>
    <p:embeddedFont>
      <p:font typeface="Dynapuff Condensed Bold" charset="1" panose="0000000000000000000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10.jpeg" Type="http://schemas.openxmlformats.org/officeDocument/2006/relationships/image"/><Relationship Id="rId4" Target="../media/image11.jpe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2.png" Type="http://schemas.openxmlformats.org/officeDocument/2006/relationships/image"/><Relationship Id="rId9" Target="../media/image13.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2.png" Type="http://schemas.openxmlformats.org/officeDocument/2006/relationships/image"/><Relationship Id="rId9" Target="../media/image13.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FEFDA"/>
        </a:solidFill>
      </p:bgPr>
    </p:bg>
    <p:spTree>
      <p:nvGrpSpPr>
        <p:cNvPr id="1" name=""/>
        <p:cNvGrpSpPr/>
        <p:nvPr/>
      </p:nvGrpSpPr>
      <p:grpSpPr>
        <a:xfrm>
          <a:off x="0" y="0"/>
          <a:ext cx="0" cy="0"/>
          <a:chOff x="0" y="0"/>
          <a:chExt cx="0" cy="0"/>
        </a:xfrm>
      </p:grpSpPr>
      <p:sp>
        <p:nvSpPr>
          <p:cNvPr name="Freeform 2" id="2"/>
          <p:cNvSpPr/>
          <p:nvPr/>
        </p:nvSpPr>
        <p:spPr>
          <a:xfrm flipH="false" flipV="false" rot="0">
            <a:off x="-664261" y="6677503"/>
            <a:ext cx="6103108" cy="4114800"/>
          </a:xfrm>
          <a:custGeom>
            <a:avLst/>
            <a:gdLst/>
            <a:ahLst/>
            <a:cxnLst/>
            <a:rect r="r" b="b" t="t" l="l"/>
            <a:pathLst>
              <a:path h="4114800" w="6103108">
                <a:moveTo>
                  <a:pt x="0" y="0"/>
                </a:moveTo>
                <a:lnTo>
                  <a:pt x="6103109" y="0"/>
                </a:lnTo>
                <a:lnTo>
                  <a:pt x="6103109"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2184892" y="-1028700"/>
            <a:ext cx="6103108" cy="4114800"/>
          </a:xfrm>
          <a:custGeom>
            <a:avLst/>
            <a:gdLst/>
            <a:ahLst/>
            <a:cxnLst/>
            <a:rect r="r" b="b" t="t" l="l"/>
            <a:pathLst>
              <a:path h="4114800" w="6103108">
                <a:moveTo>
                  <a:pt x="6103108" y="4114800"/>
                </a:moveTo>
                <a:lnTo>
                  <a:pt x="0" y="4114800"/>
                </a:lnTo>
                <a:lnTo>
                  <a:pt x="0" y="0"/>
                </a:lnTo>
                <a:lnTo>
                  <a:pt x="6103108" y="0"/>
                </a:lnTo>
                <a:lnTo>
                  <a:pt x="6103108"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5013428" y="7008107"/>
            <a:ext cx="8261144" cy="660825"/>
          </a:xfrm>
          <a:prstGeom prst="rect">
            <a:avLst/>
          </a:prstGeom>
        </p:spPr>
        <p:txBody>
          <a:bodyPr anchor="t" rtlCol="false" tIns="0" lIns="0" bIns="0" rIns="0">
            <a:spAutoFit/>
          </a:bodyPr>
          <a:lstStyle/>
          <a:p>
            <a:pPr algn="ctr" marL="0" indent="0" lvl="0">
              <a:lnSpc>
                <a:spcPts val="5482"/>
              </a:lnSpc>
              <a:spcBef>
                <a:spcPct val="0"/>
              </a:spcBef>
            </a:pPr>
            <a:r>
              <a:rPr lang="en-US" sz="3654" spc="109">
                <a:solidFill>
                  <a:srgbClr val="3F3E3A"/>
                </a:solidFill>
                <a:latin typeface="Dynapuff Condensed"/>
                <a:ea typeface="Dynapuff Condensed"/>
                <a:cs typeface="Dynapuff Condensed"/>
                <a:sym typeface="Dynapuff Condensed"/>
              </a:rPr>
              <a:t>Presented by: Larana Group </a:t>
            </a:r>
          </a:p>
        </p:txBody>
      </p:sp>
      <p:sp>
        <p:nvSpPr>
          <p:cNvPr name="Freeform 5" id="5"/>
          <p:cNvSpPr/>
          <p:nvPr/>
        </p:nvSpPr>
        <p:spPr>
          <a:xfrm flipH="false" flipV="false" rot="0">
            <a:off x="14254823" y="-455023"/>
            <a:ext cx="5040401" cy="4114800"/>
          </a:xfrm>
          <a:custGeom>
            <a:avLst/>
            <a:gdLst/>
            <a:ahLst/>
            <a:cxnLst/>
            <a:rect r="r" b="b" t="t" l="l"/>
            <a:pathLst>
              <a:path h="4114800" w="5040401">
                <a:moveTo>
                  <a:pt x="0" y="0"/>
                </a:moveTo>
                <a:lnTo>
                  <a:pt x="5040401" y="0"/>
                </a:lnTo>
                <a:lnTo>
                  <a:pt x="5040401"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572605" y="6043612"/>
            <a:ext cx="2369825" cy="2300885"/>
          </a:xfrm>
          <a:custGeom>
            <a:avLst/>
            <a:gdLst/>
            <a:ahLst/>
            <a:cxnLst/>
            <a:rect r="r" b="b" t="t" l="l"/>
            <a:pathLst>
              <a:path h="2300885" w="2369825">
                <a:moveTo>
                  <a:pt x="0" y="0"/>
                </a:moveTo>
                <a:lnTo>
                  <a:pt x="2369825" y="0"/>
                </a:lnTo>
                <a:lnTo>
                  <a:pt x="2369825" y="2300885"/>
                </a:lnTo>
                <a:lnTo>
                  <a:pt x="0" y="230088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7" id="7"/>
          <p:cNvSpPr txBox="true"/>
          <p:nvPr/>
        </p:nvSpPr>
        <p:spPr>
          <a:xfrm rot="0">
            <a:off x="2387294" y="4838010"/>
            <a:ext cx="14639924" cy="2115929"/>
          </a:xfrm>
          <a:prstGeom prst="rect">
            <a:avLst/>
          </a:prstGeom>
        </p:spPr>
        <p:txBody>
          <a:bodyPr anchor="t" rtlCol="false" tIns="0" lIns="0" bIns="0" rIns="0">
            <a:spAutoFit/>
          </a:bodyPr>
          <a:lstStyle/>
          <a:p>
            <a:pPr algn="ctr" marL="0" indent="0" lvl="0">
              <a:lnSpc>
                <a:spcPts val="16618"/>
              </a:lnSpc>
              <a:spcBef>
                <a:spcPct val="0"/>
              </a:spcBef>
            </a:pPr>
            <a:r>
              <a:rPr lang="en-US" sz="13848" spc="138">
                <a:solidFill>
                  <a:srgbClr val="000000"/>
                </a:solidFill>
                <a:latin typeface="Dynapuff Condensed"/>
                <a:ea typeface="Dynapuff Condensed"/>
                <a:cs typeface="Dynapuff Condensed"/>
                <a:sym typeface="Dynapuff Condensed"/>
              </a:rPr>
              <a:t>PRESENTATION</a:t>
            </a:r>
          </a:p>
        </p:txBody>
      </p:sp>
      <p:sp>
        <p:nvSpPr>
          <p:cNvPr name="TextBox 8" id="8"/>
          <p:cNvSpPr txBox="true"/>
          <p:nvPr/>
        </p:nvSpPr>
        <p:spPr>
          <a:xfrm rot="0">
            <a:off x="3530206" y="2305666"/>
            <a:ext cx="11227589" cy="2541869"/>
          </a:xfrm>
          <a:prstGeom prst="rect">
            <a:avLst/>
          </a:prstGeom>
        </p:spPr>
        <p:txBody>
          <a:bodyPr anchor="t" rtlCol="false" tIns="0" lIns="0" bIns="0" rIns="0">
            <a:spAutoFit/>
          </a:bodyPr>
          <a:lstStyle/>
          <a:p>
            <a:pPr algn="ctr" marL="0" indent="0" lvl="0">
              <a:lnSpc>
                <a:spcPts val="20009"/>
              </a:lnSpc>
              <a:spcBef>
                <a:spcPct val="0"/>
              </a:spcBef>
            </a:pPr>
            <a:r>
              <a:rPr lang="en-US" sz="16674" spc="500">
                <a:solidFill>
                  <a:srgbClr val="000000"/>
                </a:solidFill>
                <a:latin typeface="Dynapuff Condensed"/>
                <a:ea typeface="Dynapuff Condensed"/>
                <a:cs typeface="Dynapuff Condensed"/>
                <a:sym typeface="Dynapuff Condensed"/>
              </a:rPr>
              <a:t>PROJECT </a:t>
            </a:r>
          </a:p>
        </p:txBody>
      </p:sp>
      <p:sp>
        <p:nvSpPr>
          <p:cNvPr name="Freeform 9" id="9"/>
          <p:cNvSpPr/>
          <p:nvPr/>
        </p:nvSpPr>
        <p:spPr>
          <a:xfrm flipH="false" flipV="true" rot="0">
            <a:off x="0" y="0"/>
            <a:ext cx="4114800" cy="4114800"/>
          </a:xfrm>
          <a:custGeom>
            <a:avLst/>
            <a:gdLst/>
            <a:ahLst/>
            <a:cxnLst/>
            <a:rect r="r" b="b" t="t" l="l"/>
            <a:pathLst>
              <a:path h="4114800" w="4114800">
                <a:moveTo>
                  <a:pt x="0" y="4114800"/>
                </a:moveTo>
                <a:lnTo>
                  <a:pt x="4114800" y="4114800"/>
                </a:lnTo>
                <a:lnTo>
                  <a:pt x="4114800" y="0"/>
                </a:lnTo>
                <a:lnTo>
                  <a:pt x="0" y="0"/>
                </a:lnTo>
                <a:lnTo>
                  <a:pt x="0" y="411480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true" flipV="false" rot="0">
            <a:off x="14418111" y="6172200"/>
            <a:ext cx="4114800" cy="4114800"/>
          </a:xfrm>
          <a:custGeom>
            <a:avLst/>
            <a:gdLst/>
            <a:ahLst/>
            <a:cxnLst/>
            <a:rect r="r" b="b" t="t" l="l"/>
            <a:pathLst>
              <a:path h="4114800" w="4114800">
                <a:moveTo>
                  <a:pt x="4114800" y="0"/>
                </a:moveTo>
                <a:lnTo>
                  <a:pt x="0" y="0"/>
                </a:lnTo>
                <a:lnTo>
                  <a:pt x="0" y="4114800"/>
                </a:lnTo>
                <a:lnTo>
                  <a:pt x="4114800" y="4114800"/>
                </a:lnTo>
                <a:lnTo>
                  <a:pt x="411480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FEFDA"/>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1516697" y="3819719"/>
            <a:ext cx="3333148" cy="3872151"/>
            <a:chOff x="0" y="0"/>
            <a:chExt cx="5466080" cy="6350000"/>
          </a:xfrm>
        </p:grpSpPr>
        <p:sp>
          <p:nvSpPr>
            <p:cNvPr name="Freeform 3" id="3"/>
            <p:cNvSpPr/>
            <p:nvPr/>
          </p:nvSpPr>
          <p:spPr>
            <a:xfrm flipH="false" flipV="false" rot="0">
              <a:off x="0" y="0"/>
              <a:ext cx="5438261" cy="6348730"/>
            </a:xfrm>
            <a:custGeom>
              <a:avLst/>
              <a:gdLst/>
              <a:ahLst/>
              <a:cxnLst/>
              <a:rect r="r" b="b" t="t" l="l"/>
              <a:pathLst>
                <a:path h="6348730" w="5438261">
                  <a:moveTo>
                    <a:pt x="5419090" y="0"/>
                  </a:moveTo>
                  <a:lnTo>
                    <a:pt x="19050" y="0"/>
                  </a:lnTo>
                  <a:cubicBezTo>
                    <a:pt x="8890" y="0"/>
                    <a:pt x="0" y="8890"/>
                    <a:pt x="0" y="20320"/>
                  </a:cubicBezTo>
                  <a:lnTo>
                    <a:pt x="0" y="6329680"/>
                  </a:lnTo>
                  <a:cubicBezTo>
                    <a:pt x="0" y="6339840"/>
                    <a:pt x="8890" y="6348730"/>
                    <a:pt x="19050" y="6348730"/>
                  </a:cubicBezTo>
                  <a:lnTo>
                    <a:pt x="5419090" y="6348730"/>
                  </a:lnTo>
                  <a:cubicBezTo>
                    <a:pt x="5429250" y="6348730"/>
                    <a:pt x="5438140" y="6339840"/>
                    <a:pt x="5438140" y="6329680"/>
                  </a:cubicBezTo>
                  <a:lnTo>
                    <a:pt x="5438140" y="20320"/>
                  </a:lnTo>
                  <a:cubicBezTo>
                    <a:pt x="5439410" y="8890"/>
                    <a:pt x="5430520" y="0"/>
                    <a:pt x="5419090" y="0"/>
                  </a:cubicBezTo>
                  <a:close/>
                  <a:moveTo>
                    <a:pt x="5137150" y="314960"/>
                  </a:moveTo>
                  <a:lnTo>
                    <a:pt x="5137150" y="4970780"/>
                  </a:lnTo>
                  <a:cubicBezTo>
                    <a:pt x="5137150" y="4980940"/>
                    <a:pt x="5128260" y="4989830"/>
                    <a:pt x="5118100" y="4989830"/>
                  </a:cubicBezTo>
                  <a:lnTo>
                    <a:pt x="266700" y="4989830"/>
                  </a:lnTo>
                  <a:cubicBezTo>
                    <a:pt x="256540" y="4989830"/>
                    <a:pt x="247650" y="4980940"/>
                    <a:pt x="247650" y="4970780"/>
                  </a:cubicBezTo>
                  <a:lnTo>
                    <a:pt x="247650" y="314960"/>
                  </a:lnTo>
                  <a:cubicBezTo>
                    <a:pt x="247650" y="304800"/>
                    <a:pt x="256540" y="295910"/>
                    <a:pt x="266700" y="295910"/>
                  </a:cubicBezTo>
                  <a:lnTo>
                    <a:pt x="5118100" y="295910"/>
                  </a:lnTo>
                  <a:cubicBezTo>
                    <a:pt x="5129530" y="294640"/>
                    <a:pt x="5137150" y="303530"/>
                    <a:pt x="5137150" y="314960"/>
                  </a:cubicBezTo>
                  <a:close/>
                </a:path>
              </a:pathLst>
            </a:custGeom>
            <a:solidFill>
              <a:srgbClr val="F2F1EB"/>
            </a:solidFill>
          </p:spPr>
        </p:sp>
        <p:sp>
          <p:nvSpPr>
            <p:cNvPr name="Freeform 4" id="4"/>
            <p:cNvSpPr/>
            <p:nvPr/>
          </p:nvSpPr>
          <p:spPr>
            <a:xfrm flipH="false" flipV="false" rot="0">
              <a:off x="247650" y="294640"/>
              <a:ext cx="4889500" cy="4693920"/>
            </a:xfrm>
            <a:custGeom>
              <a:avLst/>
              <a:gdLst/>
              <a:ahLst/>
              <a:cxnLst/>
              <a:rect r="r" b="b" t="t" l="l"/>
              <a:pathLst>
                <a:path h="4693920" w="4889500">
                  <a:moveTo>
                    <a:pt x="4870450" y="0"/>
                  </a:moveTo>
                  <a:lnTo>
                    <a:pt x="19050" y="0"/>
                  </a:lnTo>
                  <a:cubicBezTo>
                    <a:pt x="8890" y="0"/>
                    <a:pt x="0" y="8890"/>
                    <a:pt x="0" y="19050"/>
                  </a:cubicBezTo>
                  <a:lnTo>
                    <a:pt x="0" y="4674870"/>
                  </a:lnTo>
                  <a:cubicBezTo>
                    <a:pt x="0" y="4686300"/>
                    <a:pt x="8890" y="4693920"/>
                    <a:pt x="19050" y="4693920"/>
                  </a:cubicBezTo>
                  <a:lnTo>
                    <a:pt x="4870450" y="4693920"/>
                  </a:lnTo>
                  <a:cubicBezTo>
                    <a:pt x="4880610" y="4693920"/>
                    <a:pt x="4889500" y="4685030"/>
                    <a:pt x="4889500" y="4674870"/>
                  </a:cubicBezTo>
                  <a:lnTo>
                    <a:pt x="4889500" y="20320"/>
                  </a:lnTo>
                  <a:cubicBezTo>
                    <a:pt x="4889500" y="8890"/>
                    <a:pt x="4881880" y="0"/>
                    <a:pt x="4870450" y="0"/>
                  </a:cubicBezTo>
                  <a:close/>
                </a:path>
              </a:pathLst>
            </a:custGeom>
            <a:blipFill>
              <a:blip r:embed="rId2"/>
              <a:stretch>
                <a:fillRect l="-22045" t="0" r="-22045" b="0"/>
              </a:stretch>
            </a:blipFill>
          </p:spPr>
        </p:sp>
        <p:sp>
          <p:nvSpPr>
            <p:cNvPr name="Freeform 5" id="5"/>
            <p:cNvSpPr/>
            <p:nvPr/>
          </p:nvSpPr>
          <p:spPr>
            <a:xfrm flipH="false" flipV="false" rot="0">
              <a:off x="1270" y="6350"/>
              <a:ext cx="5457190" cy="6342380"/>
            </a:xfrm>
            <a:custGeom>
              <a:avLst/>
              <a:gdLst/>
              <a:ahLst/>
              <a:cxnLst/>
              <a:rect r="r" b="b" t="t" l="l"/>
              <a:pathLst>
                <a:path h="6342380" w="5457190">
                  <a:moveTo>
                    <a:pt x="5137150" y="302260"/>
                  </a:moveTo>
                  <a:cubicBezTo>
                    <a:pt x="5137150" y="302260"/>
                    <a:pt x="5133340" y="290830"/>
                    <a:pt x="5119370" y="289560"/>
                  </a:cubicBezTo>
                  <a:lnTo>
                    <a:pt x="248920" y="289560"/>
                  </a:lnTo>
                  <a:cubicBezTo>
                    <a:pt x="240030" y="289560"/>
                    <a:pt x="228600" y="293370"/>
                    <a:pt x="228600" y="303530"/>
                  </a:cubicBezTo>
                  <a:lnTo>
                    <a:pt x="232410" y="312420"/>
                  </a:lnTo>
                  <a:cubicBezTo>
                    <a:pt x="236220" y="307340"/>
                    <a:pt x="242570" y="304800"/>
                    <a:pt x="248920" y="304800"/>
                  </a:cubicBezTo>
                  <a:lnTo>
                    <a:pt x="5123180" y="304800"/>
                  </a:lnTo>
                  <a:lnTo>
                    <a:pt x="5123180" y="4966970"/>
                  </a:lnTo>
                  <a:cubicBezTo>
                    <a:pt x="5123180" y="4973320"/>
                    <a:pt x="5120640" y="4979670"/>
                    <a:pt x="5115560" y="4983480"/>
                  </a:cubicBezTo>
                  <a:lnTo>
                    <a:pt x="5120640" y="4983480"/>
                  </a:lnTo>
                  <a:cubicBezTo>
                    <a:pt x="5129530" y="4983480"/>
                    <a:pt x="5137150" y="4975860"/>
                    <a:pt x="5137150" y="4966970"/>
                  </a:cubicBezTo>
                  <a:lnTo>
                    <a:pt x="5137150" y="302260"/>
                  </a:lnTo>
                  <a:close/>
                  <a:moveTo>
                    <a:pt x="5438140" y="6324600"/>
                  </a:moveTo>
                  <a:lnTo>
                    <a:pt x="20320" y="6324600"/>
                  </a:lnTo>
                  <a:lnTo>
                    <a:pt x="20320" y="12700"/>
                  </a:lnTo>
                  <a:lnTo>
                    <a:pt x="6350" y="0"/>
                  </a:lnTo>
                  <a:lnTo>
                    <a:pt x="5080" y="0"/>
                  </a:lnTo>
                  <a:cubicBezTo>
                    <a:pt x="2540" y="3810"/>
                    <a:pt x="0" y="7620"/>
                    <a:pt x="0" y="12700"/>
                  </a:cubicBezTo>
                  <a:lnTo>
                    <a:pt x="0" y="6323330"/>
                  </a:lnTo>
                  <a:cubicBezTo>
                    <a:pt x="0" y="6334760"/>
                    <a:pt x="8890" y="6342380"/>
                    <a:pt x="19050" y="6342380"/>
                  </a:cubicBezTo>
                  <a:lnTo>
                    <a:pt x="5444490" y="6342380"/>
                  </a:lnTo>
                  <a:cubicBezTo>
                    <a:pt x="5449570" y="6342380"/>
                    <a:pt x="5453380" y="6341110"/>
                    <a:pt x="5457190" y="6337300"/>
                  </a:cubicBezTo>
                  <a:lnTo>
                    <a:pt x="5438140" y="6324600"/>
                  </a:lnTo>
                  <a:close/>
                </a:path>
              </a:pathLst>
            </a:custGeom>
            <a:solidFill>
              <a:srgbClr val="3C3333"/>
            </a:solidFill>
          </p:spPr>
        </p:sp>
        <p:sp>
          <p:nvSpPr>
            <p:cNvPr name="Freeform 6" id="6"/>
            <p:cNvSpPr/>
            <p:nvPr/>
          </p:nvSpPr>
          <p:spPr>
            <a:xfrm flipH="false" flipV="false" rot="0">
              <a:off x="7620" y="0"/>
              <a:ext cx="5458460" cy="6344920"/>
            </a:xfrm>
            <a:custGeom>
              <a:avLst/>
              <a:gdLst/>
              <a:ahLst/>
              <a:cxnLst/>
              <a:rect r="r" b="b" t="t" l="l"/>
              <a:pathLst>
                <a:path h="6344920" w="5458460">
                  <a:moveTo>
                    <a:pt x="5125720" y="4987290"/>
                  </a:moveTo>
                  <a:cubicBezTo>
                    <a:pt x="5121910" y="4992370"/>
                    <a:pt x="5116830" y="4994910"/>
                    <a:pt x="5110480" y="4994910"/>
                  </a:cubicBezTo>
                  <a:lnTo>
                    <a:pt x="243840" y="4994910"/>
                  </a:lnTo>
                  <a:cubicBezTo>
                    <a:pt x="237490" y="4994910"/>
                    <a:pt x="231140" y="4992370"/>
                    <a:pt x="227330" y="4986020"/>
                  </a:cubicBezTo>
                  <a:cubicBezTo>
                    <a:pt x="222250" y="4982210"/>
                    <a:pt x="219710" y="4977130"/>
                    <a:pt x="219710" y="4970780"/>
                  </a:cubicBezTo>
                  <a:lnTo>
                    <a:pt x="219710" y="314960"/>
                  </a:lnTo>
                  <a:cubicBezTo>
                    <a:pt x="219710" y="309880"/>
                    <a:pt x="222250" y="304800"/>
                    <a:pt x="226060" y="300990"/>
                  </a:cubicBezTo>
                  <a:lnTo>
                    <a:pt x="240030" y="311150"/>
                  </a:lnTo>
                  <a:lnTo>
                    <a:pt x="240030" y="4975860"/>
                  </a:lnTo>
                  <a:lnTo>
                    <a:pt x="5110480" y="4975860"/>
                  </a:lnTo>
                  <a:cubicBezTo>
                    <a:pt x="5113020" y="4975860"/>
                    <a:pt x="5115560" y="4974590"/>
                    <a:pt x="5116830" y="4974590"/>
                  </a:cubicBezTo>
                  <a:lnTo>
                    <a:pt x="5125720" y="4987290"/>
                  </a:lnTo>
                  <a:close/>
                  <a:moveTo>
                    <a:pt x="5458460" y="19050"/>
                  </a:moveTo>
                  <a:lnTo>
                    <a:pt x="5458460" y="6330950"/>
                  </a:lnTo>
                  <a:cubicBezTo>
                    <a:pt x="5458460" y="6336030"/>
                    <a:pt x="5455920" y="6341110"/>
                    <a:pt x="5450840" y="6344920"/>
                  </a:cubicBezTo>
                  <a:lnTo>
                    <a:pt x="5429250" y="6329680"/>
                  </a:lnTo>
                  <a:lnTo>
                    <a:pt x="5429250" y="20320"/>
                  </a:lnTo>
                  <a:lnTo>
                    <a:pt x="13970" y="20320"/>
                  </a:lnTo>
                  <a:lnTo>
                    <a:pt x="0" y="7620"/>
                  </a:lnTo>
                  <a:cubicBezTo>
                    <a:pt x="3810" y="2540"/>
                    <a:pt x="8890" y="0"/>
                    <a:pt x="15240" y="0"/>
                  </a:cubicBezTo>
                  <a:lnTo>
                    <a:pt x="5439410" y="0"/>
                  </a:lnTo>
                  <a:cubicBezTo>
                    <a:pt x="5449570" y="0"/>
                    <a:pt x="5458460" y="8890"/>
                    <a:pt x="5458460" y="19050"/>
                  </a:cubicBezTo>
                  <a:close/>
                  <a:moveTo>
                    <a:pt x="5455920" y="30480"/>
                  </a:moveTo>
                  <a:cubicBezTo>
                    <a:pt x="5453380" y="26670"/>
                    <a:pt x="5450840" y="24130"/>
                    <a:pt x="5447030" y="21590"/>
                  </a:cubicBezTo>
                  <a:lnTo>
                    <a:pt x="5455920" y="30480"/>
                  </a:lnTo>
                  <a:close/>
                </a:path>
              </a:pathLst>
            </a:custGeom>
            <a:solidFill>
              <a:srgbClr val="FFEFDA"/>
            </a:solidFill>
          </p:spPr>
        </p:sp>
      </p:grpSp>
      <p:grpSp>
        <p:nvGrpSpPr>
          <p:cNvPr name="Group 7" id="7"/>
          <p:cNvGrpSpPr>
            <a:grpSpLocks noChangeAspect="true"/>
          </p:cNvGrpSpPr>
          <p:nvPr/>
        </p:nvGrpSpPr>
        <p:grpSpPr>
          <a:xfrm rot="0">
            <a:off x="7438547" y="3819719"/>
            <a:ext cx="3333148" cy="3872151"/>
            <a:chOff x="0" y="0"/>
            <a:chExt cx="5466080" cy="6350000"/>
          </a:xfrm>
        </p:grpSpPr>
        <p:sp>
          <p:nvSpPr>
            <p:cNvPr name="Freeform 8" id="8"/>
            <p:cNvSpPr/>
            <p:nvPr/>
          </p:nvSpPr>
          <p:spPr>
            <a:xfrm flipH="false" flipV="false" rot="0">
              <a:off x="0" y="0"/>
              <a:ext cx="5438261" cy="6348730"/>
            </a:xfrm>
            <a:custGeom>
              <a:avLst/>
              <a:gdLst/>
              <a:ahLst/>
              <a:cxnLst/>
              <a:rect r="r" b="b" t="t" l="l"/>
              <a:pathLst>
                <a:path h="6348730" w="5438261">
                  <a:moveTo>
                    <a:pt x="5419090" y="0"/>
                  </a:moveTo>
                  <a:lnTo>
                    <a:pt x="19050" y="0"/>
                  </a:lnTo>
                  <a:cubicBezTo>
                    <a:pt x="8890" y="0"/>
                    <a:pt x="0" y="8890"/>
                    <a:pt x="0" y="20320"/>
                  </a:cubicBezTo>
                  <a:lnTo>
                    <a:pt x="0" y="6329680"/>
                  </a:lnTo>
                  <a:cubicBezTo>
                    <a:pt x="0" y="6339840"/>
                    <a:pt x="8890" y="6348730"/>
                    <a:pt x="19050" y="6348730"/>
                  </a:cubicBezTo>
                  <a:lnTo>
                    <a:pt x="5419090" y="6348730"/>
                  </a:lnTo>
                  <a:cubicBezTo>
                    <a:pt x="5429250" y="6348730"/>
                    <a:pt x="5438140" y="6339840"/>
                    <a:pt x="5438140" y="6329680"/>
                  </a:cubicBezTo>
                  <a:lnTo>
                    <a:pt x="5438140" y="20320"/>
                  </a:lnTo>
                  <a:cubicBezTo>
                    <a:pt x="5439410" y="8890"/>
                    <a:pt x="5430520" y="0"/>
                    <a:pt x="5419090" y="0"/>
                  </a:cubicBezTo>
                  <a:close/>
                  <a:moveTo>
                    <a:pt x="5137150" y="314960"/>
                  </a:moveTo>
                  <a:lnTo>
                    <a:pt x="5137150" y="4970780"/>
                  </a:lnTo>
                  <a:cubicBezTo>
                    <a:pt x="5137150" y="4980940"/>
                    <a:pt x="5128260" y="4989830"/>
                    <a:pt x="5118100" y="4989830"/>
                  </a:cubicBezTo>
                  <a:lnTo>
                    <a:pt x="266700" y="4989830"/>
                  </a:lnTo>
                  <a:cubicBezTo>
                    <a:pt x="256540" y="4989830"/>
                    <a:pt x="247650" y="4980940"/>
                    <a:pt x="247650" y="4970780"/>
                  </a:cubicBezTo>
                  <a:lnTo>
                    <a:pt x="247650" y="314960"/>
                  </a:lnTo>
                  <a:cubicBezTo>
                    <a:pt x="247650" y="304800"/>
                    <a:pt x="256540" y="295910"/>
                    <a:pt x="266700" y="295910"/>
                  </a:cubicBezTo>
                  <a:lnTo>
                    <a:pt x="5118100" y="295910"/>
                  </a:lnTo>
                  <a:cubicBezTo>
                    <a:pt x="5129530" y="294640"/>
                    <a:pt x="5137150" y="303530"/>
                    <a:pt x="5137150" y="314960"/>
                  </a:cubicBezTo>
                  <a:close/>
                </a:path>
              </a:pathLst>
            </a:custGeom>
            <a:solidFill>
              <a:srgbClr val="F2F1EB"/>
            </a:solidFill>
          </p:spPr>
        </p:sp>
        <p:sp>
          <p:nvSpPr>
            <p:cNvPr name="Freeform 9" id="9"/>
            <p:cNvSpPr/>
            <p:nvPr/>
          </p:nvSpPr>
          <p:spPr>
            <a:xfrm flipH="false" flipV="false" rot="0">
              <a:off x="247650" y="294640"/>
              <a:ext cx="4889500" cy="4693920"/>
            </a:xfrm>
            <a:custGeom>
              <a:avLst/>
              <a:gdLst/>
              <a:ahLst/>
              <a:cxnLst/>
              <a:rect r="r" b="b" t="t" l="l"/>
              <a:pathLst>
                <a:path h="4693920" w="4889500">
                  <a:moveTo>
                    <a:pt x="4870450" y="0"/>
                  </a:moveTo>
                  <a:lnTo>
                    <a:pt x="19050" y="0"/>
                  </a:lnTo>
                  <a:cubicBezTo>
                    <a:pt x="8890" y="0"/>
                    <a:pt x="0" y="8890"/>
                    <a:pt x="0" y="19050"/>
                  </a:cubicBezTo>
                  <a:lnTo>
                    <a:pt x="0" y="4674870"/>
                  </a:lnTo>
                  <a:cubicBezTo>
                    <a:pt x="0" y="4686300"/>
                    <a:pt x="8890" y="4693920"/>
                    <a:pt x="19050" y="4693920"/>
                  </a:cubicBezTo>
                  <a:lnTo>
                    <a:pt x="4870450" y="4693920"/>
                  </a:lnTo>
                  <a:cubicBezTo>
                    <a:pt x="4880610" y="4693920"/>
                    <a:pt x="4889500" y="4685030"/>
                    <a:pt x="4889500" y="4674870"/>
                  </a:cubicBezTo>
                  <a:lnTo>
                    <a:pt x="4889500" y="20320"/>
                  </a:lnTo>
                  <a:cubicBezTo>
                    <a:pt x="4889500" y="8890"/>
                    <a:pt x="4881880" y="0"/>
                    <a:pt x="4870450" y="0"/>
                  </a:cubicBezTo>
                  <a:close/>
                </a:path>
              </a:pathLst>
            </a:custGeom>
            <a:blipFill>
              <a:blip r:embed="rId3"/>
              <a:stretch>
                <a:fillRect l="-22045" t="0" r="-22045" b="0"/>
              </a:stretch>
            </a:blipFill>
          </p:spPr>
        </p:sp>
        <p:sp>
          <p:nvSpPr>
            <p:cNvPr name="Freeform 10" id="10"/>
            <p:cNvSpPr/>
            <p:nvPr/>
          </p:nvSpPr>
          <p:spPr>
            <a:xfrm flipH="false" flipV="false" rot="0">
              <a:off x="1270" y="6350"/>
              <a:ext cx="5457190" cy="6342380"/>
            </a:xfrm>
            <a:custGeom>
              <a:avLst/>
              <a:gdLst/>
              <a:ahLst/>
              <a:cxnLst/>
              <a:rect r="r" b="b" t="t" l="l"/>
              <a:pathLst>
                <a:path h="6342380" w="5457190">
                  <a:moveTo>
                    <a:pt x="5137150" y="302260"/>
                  </a:moveTo>
                  <a:cubicBezTo>
                    <a:pt x="5137150" y="302260"/>
                    <a:pt x="5133340" y="290830"/>
                    <a:pt x="5119370" y="289560"/>
                  </a:cubicBezTo>
                  <a:lnTo>
                    <a:pt x="248920" y="289560"/>
                  </a:lnTo>
                  <a:cubicBezTo>
                    <a:pt x="240030" y="289560"/>
                    <a:pt x="228600" y="293370"/>
                    <a:pt x="228600" y="303530"/>
                  </a:cubicBezTo>
                  <a:lnTo>
                    <a:pt x="232410" y="312420"/>
                  </a:lnTo>
                  <a:cubicBezTo>
                    <a:pt x="236220" y="307340"/>
                    <a:pt x="242570" y="304800"/>
                    <a:pt x="248920" y="304800"/>
                  </a:cubicBezTo>
                  <a:lnTo>
                    <a:pt x="5123180" y="304800"/>
                  </a:lnTo>
                  <a:lnTo>
                    <a:pt x="5123180" y="4966970"/>
                  </a:lnTo>
                  <a:cubicBezTo>
                    <a:pt x="5123180" y="4973320"/>
                    <a:pt x="5120640" y="4979670"/>
                    <a:pt x="5115560" y="4983480"/>
                  </a:cubicBezTo>
                  <a:lnTo>
                    <a:pt x="5120640" y="4983480"/>
                  </a:lnTo>
                  <a:cubicBezTo>
                    <a:pt x="5129530" y="4983480"/>
                    <a:pt x="5137150" y="4975860"/>
                    <a:pt x="5137150" y="4966970"/>
                  </a:cubicBezTo>
                  <a:lnTo>
                    <a:pt x="5137150" y="302260"/>
                  </a:lnTo>
                  <a:close/>
                  <a:moveTo>
                    <a:pt x="5438140" y="6324600"/>
                  </a:moveTo>
                  <a:lnTo>
                    <a:pt x="20320" y="6324600"/>
                  </a:lnTo>
                  <a:lnTo>
                    <a:pt x="20320" y="12700"/>
                  </a:lnTo>
                  <a:lnTo>
                    <a:pt x="6350" y="0"/>
                  </a:lnTo>
                  <a:lnTo>
                    <a:pt x="5080" y="0"/>
                  </a:lnTo>
                  <a:cubicBezTo>
                    <a:pt x="2540" y="3810"/>
                    <a:pt x="0" y="7620"/>
                    <a:pt x="0" y="12700"/>
                  </a:cubicBezTo>
                  <a:lnTo>
                    <a:pt x="0" y="6323330"/>
                  </a:lnTo>
                  <a:cubicBezTo>
                    <a:pt x="0" y="6334760"/>
                    <a:pt x="8890" y="6342380"/>
                    <a:pt x="19050" y="6342380"/>
                  </a:cubicBezTo>
                  <a:lnTo>
                    <a:pt x="5444490" y="6342380"/>
                  </a:lnTo>
                  <a:cubicBezTo>
                    <a:pt x="5449570" y="6342380"/>
                    <a:pt x="5453380" y="6341110"/>
                    <a:pt x="5457190" y="6337300"/>
                  </a:cubicBezTo>
                  <a:lnTo>
                    <a:pt x="5438140" y="6324600"/>
                  </a:lnTo>
                  <a:close/>
                </a:path>
              </a:pathLst>
            </a:custGeom>
            <a:solidFill>
              <a:srgbClr val="3C3333"/>
            </a:solidFill>
          </p:spPr>
        </p:sp>
        <p:sp>
          <p:nvSpPr>
            <p:cNvPr name="Freeform 11" id="11"/>
            <p:cNvSpPr/>
            <p:nvPr/>
          </p:nvSpPr>
          <p:spPr>
            <a:xfrm flipH="false" flipV="false" rot="0">
              <a:off x="7620" y="0"/>
              <a:ext cx="5458460" cy="6344920"/>
            </a:xfrm>
            <a:custGeom>
              <a:avLst/>
              <a:gdLst/>
              <a:ahLst/>
              <a:cxnLst/>
              <a:rect r="r" b="b" t="t" l="l"/>
              <a:pathLst>
                <a:path h="6344920" w="5458460">
                  <a:moveTo>
                    <a:pt x="5125720" y="4987290"/>
                  </a:moveTo>
                  <a:cubicBezTo>
                    <a:pt x="5121910" y="4992370"/>
                    <a:pt x="5116830" y="4994910"/>
                    <a:pt x="5110480" y="4994910"/>
                  </a:cubicBezTo>
                  <a:lnTo>
                    <a:pt x="243840" y="4994910"/>
                  </a:lnTo>
                  <a:cubicBezTo>
                    <a:pt x="237490" y="4994910"/>
                    <a:pt x="231140" y="4992370"/>
                    <a:pt x="227330" y="4986020"/>
                  </a:cubicBezTo>
                  <a:cubicBezTo>
                    <a:pt x="222250" y="4982210"/>
                    <a:pt x="219710" y="4977130"/>
                    <a:pt x="219710" y="4970780"/>
                  </a:cubicBezTo>
                  <a:lnTo>
                    <a:pt x="219710" y="314960"/>
                  </a:lnTo>
                  <a:cubicBezTo>
                    <a:pt x="219710" y="309880"/>
                    <a:pt x="222250" y="304800"/>
                    <a:pt x="226060" y="300990"/>
                  </a:cubicBezTo>
                  <a:lnTo>
                    <a:pt x="240030" y="311150"/>
                  </a:lnTo>
                  <a:lnTo>
                    <a:pt x="240030" y="4975860"/>
                  </a:lnTo>
                  <a:lnTo>
                    <a:pt x="5110480" y="4975860"/>
                  </a:lnTo>
                  <a:cubicBezTo>
                    <a:pt x="5113020" y="4975860"/>
                    <a:pt x="5115560" y="4974590"/>
                    <a:pt x="5116830" y="4974590"/>
                  </a:cubicBezTo>
                  <a:lnTo>
                    <a:pt x="5125720" y="4987290"/>
                  </a:lnTo>
                  <a:close/>
                  <a:moveTo>
                    <a:pt x="5458460" y="19050"/>
                  </a:moveTo>
                  <a:lnTo>
                    <a:pt x="5458460" y="6330950"/>
                  </a:lnTo>
                  <a:cubicBezTo>
                    <a:pt x="5458460" y="6336030"/>
                    <a:pt x="5455920" y="6341110"/>
                    <a:pt x="5450840" y="6344920"/>
                  </a:cubicBezTo>
                  <a:lnTo>
                    <a:pt x="5429250" y="6329680"/>
                  </a:lnTo>
                  <a:lnTo>
                    <a:pt x="5429250" y="20320"/>
                  </a:lnTo>
                  <a:lnTo>
                    <a:pt x="13970" y="20320"/>
                  </a:lnTo>
                  <a:lnTo>
                    <a:pt x="0" y="7620"/>
                  </a:lnTo>
                  <a:cubicBezTo>
                    <a:pt x="3810" y="2540"/>
                    <a:pt x="8890" y="0"/>
                    <a:pt x="15240" y="0"/>
                  </a:cubicBezTo>
                  <a:lnTo>
                    <a:pt x="5439410" y="0"/>
                  </a:lnTo>
                  <a:cubicBezTo>
                    <a:pt x="5449570" y="0"/>
                    <a:pt x="5458460" y="8890"/>
                    <a:pt x="5458460" y="19050"/>
                  </a:cubicBezTo>
                  <a:close/>
                  <a:moveTo>
                    <a:pt x="5455920" y="30480"/>
                  </a:moveTo>
                  <a:cubicBezTo>
                    <a:pt x="5453380" y="26670"/>
                    <a:pt x="5450840" y="24130"/>
                    <a:pt x="5447030" y="21590"/>
                  </a:cubicBezTo>
                  <a:lnTo>
                    <a:pt x="5455920" y="30480"/>
                  </a:lnTo>
                  <a:close/>
                </a:path>
              </a:pathLst>
            </a:custGeom>
            <a:solidFill>
              <a:srgbClr val="FFEFDA"/>
            </a:solidFill>
          </p:spPr>
        </p:sp>
      </p:grpSp>
      <p:grpSp>
        <p:nvGrpSpPr>
          <p:cNvPr name="Group 12" id="12"/>
          <p:cNvGrpSpPr>
            <a:grpSpLocks noChangeAspect="true"/>
          </p:cNvGrpSpPr>
          <p:nvPr/>
        </p:nvGrpSpPr>
        <p:grpSpPr>
          <a:xfrm rot="0">
            <a:off x="3401397" y="3819719"/>
            <a:ext cx="3333148" cy="3872151"/>
            <a:chOff x="0" y="0"/>
            <a:chExt cx="5466080" cy="6350000"/>
          </a:xfrm>
        </p:grpSpPr>
        <p:sp>
          <p:nvSpPr>
            <p:cNvPr name="Freeform 13" id="13"/>
            <p:cNvSpPr/>
            <p:nvPr/>
          </p:nvSpPr>
          <p:spPr>
            <a:xfrm flipH="false" flipV="false" rot="0">
              <a:off x="0" y="0"/>
              <a:ext cx="5438261" cy="6348730"/>
            </a:xfrm>
            <a:custGeom>
              <a:avLst/>
              <a:gdLst/>
              <a:ahLst/>
              <a:cxnLst/>
              <a:rect r="r" b="b" t="t" l="l"/>
              <a:pathLst>
                <a:path h="6348730" w="5438261">
                  <a:moveTo>
                    <a:pt x="5419090" y="0"/>
                  </a:moveTo>
                  <a:lnTo>
                    <a:pt x="19050" y="0"/>
                  </a:lnTo>
                  <a:cubicBezTo>
                    <a:pt x="8890" y="0"/>
                    <a:pt x="0" y="8890"/>
                    <a:pt x="0" y="20320"/>
                  </a:cubicBezTo>
                  <a:lnTo>
                    <a:pt x="0" y="6329680"/>
                  </a:lnTo>
                  <a:cubicBezTo>
                    <a:pt x="0" y="6339840"/>
                    <a:pt x="8890" y="6348730"/>
                    <a:pt x="19050" y="6348730"/>
                  </a:cubicBezTo>
                  <a:lnTo>
                    <a:pt x="5419090" y="6348730"/>
                  </a:lnTo>
                  <a:cubicBezTo>
                    <a:pt x="5429250" y="6348730"/>
                    <a:pt x="5438140" y="6339840"/>
                    <a:pt x="5438140" y="6329680"/>
                  </a:cubicBezTo>
                  <a:lnTo>
                    <a:pt x="5438140" y="20320"/>
                  </a:lnTo>
                  <a:cubicBezTo>
                    <a:pt x="5439410" y="8890"/>
                    <a:pt x="5430520" y="0"/>
                    <a:pt x="5419090" y="0"/>
                  </a:cubicBezTo>
                  <a:close/>
                  <a:moveTo>
                    <a:pt x="5137150" y="314960"/>
                  </a:moveTo>
                  <a:lnTo>
                    <a:pt x="5137150" y="4970780"/>
                  </a:lnTo>
                  <a:cubicBezTo>
                    <a:pt x="5137150" y="4980940"/>
                    <a:pt x="5128260" y="4989830"/>
                    <a:pt x="5118100" y="4989830"/>
                  </a:cubicBezTo>
                  <a:lnTo>
                    <a:pt x="266700" y="4989830"/>
                  </a:lnTo>
                  <a:cubicBezTo>
                    <a:pt x="256540" y="4989830"/>
                    <a:pt x="247650" y="4980940"/>
                    <a:pt x="247650" y="4970780"/>
                  </a:cubicBezTo>
                  <a:lnTo>
                    <a:pt x="247650" y="314960"/>
                  </a:lnTo>
                  <a:cubicBezTo>
                    <a:pt x="247650" y="304800"/>
                    <a:pt x="256540" y="295910"/>
                    <a:pt x="266700" y="295910"/>
                  </a:cubicBezTo>
                  <a:lnTo>
                    <a:pt x="5118100" y="295910"/>
                  </a:lnTo>
                  <a:cubicBezTo>
                    <a:pt x="5129530" y="294640"/>
                    <a:pt x="5137150" y="303530"/>
                    <a:pt x="5137150" y="314960"/>
                  </a:cubicBezTo>
                  <a:close/>
                </a:path>
              </a:pathLst>
            </a:custGeom>
            <a:solidFill>
              <a:srgbClr val="F2F1EB"/>
            </a:solidFill>
          </p:spPr>
        </p:sp>
        <p:sp>
          <p:nvSpPr>
            <p:cNvPr name="Freeform 14" id="14"/>
            <p:cNvSpPr/>
            <p:nvPr/>
          </p:nvSpPr>
          <p:spPr>
            <a:xfrm flipH="false" flipV="false" rot="0">
              <a:off x="247650" y="294640"/>
              <a:ext cx="4889500" cy="4693920"/>
            </a:xfrm>
            <a:custGeom>
              <a:avLst/>
              <a:gdLst/>
              <a:ahLst/>
              <a:cxnLst/>
              <a:rect r="r" b="b" t="t" l="l"/>
              <a:pathLst>
                <a:path h="4693920" w="4889500">
                  <a:moveTo>
                    <a:pt x="4870450" y="0"/>
                  </a:moveTo>
                  <a:lnTo>
                    <a:pt x="19050" y="0"/>
                  </a:lnTo>
                  <a:cubicBezTo>
                    <a:pt x="8890" y="0"/>
                    <a:pt x="0" y="8890"/>
                    <a:pt x="0" y="19050"/>
                  </a:cubicBezTo>
                  <a:lnTo>
                    <a:pt x="0" y="4674870"/>
                  </a:lnTo>
                  <a:cubicBezTo>
                    <a:pt x="0" y="4686300"/>
                    <a:pt x="8890" y="4693920"/>
                    <a:pt x="19050" y="4693920"/>
                  </a:cubicBezTo>
                  <a:lnTo>
                    <a:pt x="4870450" y="4693920"/>
                  </a:lnTo>
                  <a:cubicBezTo>
                    <a:pt x="4880610" y="4693920"/>
                    <a:pt x="4889500" y="4685030"/>
                    <a:pt x="4889500" y="4674870"/>
                  </a:cubicBezTo>
                  <a:lnTo>
                    <a:pt x="4889500" y="20320"/>
                  </a:lnTo>
                  <a:cubicBezTo>
                    <a:pt x="4889500" y="8890"/>
                    <a:pt x="4881880" y="0"/>
                    <a:pt x="4870450" y="0"/>
                  </a:cubicBezTo>
                  <a:close/>
                </a:path>
              </a:pathLst>
            </a:custGeom>
            <a:blipFill>
              <a:blip r:embed="rId4"/>
              <a:stretch>
                <a:fillRect l="-22045" t="0" r="-22045" b="0"/>
              </a:stretch>
            </a:blipFill>
          </p:spPr>
        </p:sp>
        <p:sp>
          <p:nvSpPr>
            <p:cNvPr name="Freeform 15" id="15"/>
            <p:cNvSpPr/>
            <p:nvPr/>
          </p:nvSpPr>
          <p:spPr>
            <a:xfrm flipH="false" flipV="false" rot="0">
              <a:off x="1270" y="6350"/>
              <a:ext cx="5457190" cy="6342380"/>
            </a:xfrm>
            <a:custGeom>
              <a:avLst/>
              <a:gdLst/>
              <a:ahLst/>
              <a:cxnLst/>
              <a:rect r="r" b="b" t="t" l="l"/>
              <a:pathLst>
                <a:path h="6342380" w="5457190">
                  <a:moveTo>
                    <a:pt x="5137150" y="302260"/>
                  </a:moveTo>
                  <a:cubicBezTo>
                    <a:pt x="5137150" y="302260"/>
                    <a:pt x="5133340" y="290830"/>
                    <a:pt x="5119370" y="289560"/>
                  </a:cubicBezTo>
                  <a:lnTo>
                    <a:pt x="248920" y="289560"/>
                  </a:lnTo>
                  <a:cubicBezTo>
                    <a:pt x="240030" y="289560"/>
                    <a:pt x="228600" y="293370"/>
                    <a:pt x="228600" y="303530"/>
                  </a:cubicBezTo>
                  <a:lnTo>
                    <a:pt x="232410" y="312420"/>
                  </a:lnTo>
                  <a:cubicBezTo>
                    <a:pt x="236220" y="307340"/>
                    <a:pt x="242570" y="304800"/>
                    <a:pt x="248920" y="304800"/>
                  </a:cubicBezTo>
                  <a:lnTo>
                    <a:pt x="5123180" y="304800"/>
                  </a:lnTo>
                  <a:lnTo>
                    <a:pt x="5123180" y="4966970"/>
                  </a:lnTo>
                  <a:cubicBezTo>
                    <a:pt x="5123180" y="4973320"/>
                    <a:pt x="5120640" y="4979670"/>
                    <a:pt x="5115560" y="4983480"/>
                  </a:cubicBezTo>
                  <a:lnTo>
                    <a:pt x="5120640" y="4983480"/>
                  </a:lnTo>
                  <a:cubicBezTo>
                    <a:pt x="5129530" y="4983480"/>
                    <a:pt x="5137150" y="4975860"/>
                    <a:pt x="5137150" y="4966970"/>
                  </a:cubicBezTo>
                  <a:lnTo>
                    <a:pt x="5137150" y="302260"/>
                  </a:lnTo>
                  <a:close/>
                  <a:moveTo>
                    <a:pt x="5438140" y="6324600"/>
                  </a:moveTo>
                  <a:lnTo>
                    <a:pt x="20320" y="6324600"/>
                  </a:lnTo>
                  <a:lnTo>
                    <a:pt x="20320" y="12700"/>
                  </a:lnTo>
                  <a:lnTo>
                    <a:pt x="6350" y="0"/>
                  </a:lnTo>
                  <a:lnTo>
                    <a:pt x="5080" y="0"/>
                  </a:lnTo>
                  <a:cubicBezTo>
                    <a:pt x="2540" y="3810"/>
                    <a:pt x="0" y="7620"/>
                    <a:pt x="0" y="12700"/>
                  </a:cubicBezTo>
                  <a:lnTo>
                    <a:pt x="0" y="6323330"/>
                  </a:lnTo>
                  <a:cubicBezTo>
                    <a:pt x="0" y="6334760"/>
                    <a:pt x="8890" y="6342380"/>
                    <a:pt x="19050" y="6342380"/>
                  </a:cubicBezTo>
                  <a:lnTo>
                    <a:pt x="5444490" y="6342380"/>
                  </a:lnTo>
                  <a:cubicBezTo>
                    <a:pt x="5449570" y="6342380"/>
                    <a:pt x="5453380" y="6341110"/>
                    <a:pt x="5457190" y="6337300"/>
                  </a:cubicBezTo>
                  <a:lnTo>
                    <a:pt x="5438140" y="6324600"/>
                  </a:lnTo>
                  <a:close/>
                </a:path>
              </a:pathLst>
            </a:custGeom>
            <a:solidFill>
              <a:srgbClr val="3C3333"/>
            </a:solidFill>
          </p:spPr>
        </p:sp>
        <p:sp>
          <p:nvSpPr>
            <p:cNvPr name="Freeform 16" id="16"/>
            <p:cNvSpPr/>
            <p:nvPr/>
          </p:nvSpPr>
          <p:spPr>
            <a:xfrm flipH="false" flipV="false" rot="0">
              <a:off x="7620" y="0"/>
              <a:ext cx="5458460" cy="6344920"/>
            </a:xfrm>
            <a:custGeom>
              <a:avLst/>
              <a:gdLst/>
              <a:ahLst/>
              <a:cxnLst/>
              <a:rect r="r" b="b" t="t" l="l"/>
              <a:pathLst>
                <a:path h="6344920" w="5458460">
                  <a:moveTo>
                    <a:pt x="5125720" y="4987290"/>
                  </a:moveTo>
                  <a:cubicBezTo>
                    <a:pt x="5121910" y="4992370"/>
                    <a:pt x="5116830" y="4994910"/>
                    <a:pt x="5110480" y="4994910"/>
                  </a:cubicBezTo>
                  <a:lnTo>
                    <a:pt x="243840" y="4994910"/>
                  </a:lnTo>
                  <a:cubicBezTo>
                    <a:pt x="237490" y="4994910"/>
                    <a:pt x="231140" y="4992370"/>
                    <a:pt x="227330" y="4986020"/>
                  </a:cubicBezTo>
                  <a:cubicBezTo>
                    <a:pt x="222250" y="4982210"/>
                    <a:pt x="219710" y="4977130"/>
                    <a:pt x="219710" y="4970780"/>
                  </a:cubicBezTo>
                  <a:lnTo>
                    <a:pt x="219710" y="314960"/>
                  </a:lnTo>
                  <a:cubicBezTo>
                    <a:pt x="219710" y="309880"/>
                    <a:pt x="222250" y="304800"/>
                    <a:pt x="226060" y="300990"/>
                  </a:cubicBezTo>
                  <a:lnTo>
                    <a:pt x="240030" y="311150"/>
                  </a:lnTo>
                  <a:lnTo>
                    <a:pt x="240030" y="4975860"/>
                  </a:lnTo>
                  <a:lnTo>
                    <a:pt x="5110480" y="4975860"/>
                  </a:lnTo>
                  <a:cubicBezTo>
                    <a:pt x="5113020" y="4975860"/>
                    <a:pt x="5115560" y="4974590"/>
                    <a:pt x="5116830" y="4974590"/>
                  </a:cubicBezTo>
                  <a:lnTo>
                    <a:pt x="5125720" y="4987290"/>
                  </a:lnTo>
                  <a:close/>
                  <a:moveTo>
                    <a:pt x="5458460" y="19050"/>
                  </a:moveTo>
                  <a:lnTo>
                    <a:pt x="5458460" y="6330950"/>
                  </a:lnTo>
                  <a:cubicBezTo>
                    <a:pt x="5458460" y="6336030"/>
                    <a:pt x="5455920" y="6341110"/>
                    <a:pt x="5450840" y="6344920"/>
                  </a:cubicBezTo>
                  <a:lnTo>
                    <a:pt x="5429250" y="6329680"/>
                  </a:lnTo>
                  <a:lnTo>
                    <a:pt x="5429250" y="20320"/>
                  </a:lnTo>
                  <a:lnTo>
                    <a:pt x="13970" y="20320"/>
                  </a:lnTo>
                  <a:lnTo>
                    <a:pt x="0" y="7620"/>
                  </a:lnTo>
                  <a:cubicBezTo>
                    <a:pt x="3810" y="2540"/>
                    <a:pt x="8890" y="0"/>
                    <a:pt x="15240" y="0"/>
                  </a:cubicBezTo>
                  <a:lnTo>
                    <a:pt x="5439410" y="0"/>
                  </a:lnTo>
                  <a:cubicBezTo>
                    <a:pt x="5449570" y="0"/>
                    <a:pt x="5458460" y="8890"/>
                    <a:pt x="5458460" y="19050"/>
                  </a:cubicBezTo>
                  <a:close/>
                  <a:moveTo>
                    <a:pt x="5455920" y="30480"/>
                  </a:moveTo>
                  <a:cubicBezTo>
                    <a:pt x="5453380" y="26670"/>
                    <a:pt x="5450840" y="24130"/>
                    <a:pt x="5447030" y="21590"/>
                  </a:cubicBezTo>
                  <a:lnTo>
                    <a:pt x="5455920" y="30480"/>
                  </a:lnTo>
                  <a:close/>
                </a:path>
              </a:pathLst>
            </a:custGeom>
            <a:solidFill>
              <a:srgbClr val="FFEFDA"/>
            </a:solidFill>
          </p:spPr>
        </p:sp>
      </p:grpSp>
      <p:sp>
        <p:nvSpPr>
          <p:cNvPr name="TextBox 17" id="17"/>
          <p:cNvSpPr txBox="true"/>
          <p:nvPr/>
        </p:nvSpPr>
        <p:spPr>
          <a:xfrm rot="0">
            <a:off x="4676662" y="2107719"/>
            <a:ext cx="8934676" cy="1102746"/>
          </a:xfrm>
          <a:prstGeom prst="rect">
            <a:avLst/>
          </a:prstGeom>
        </p:spPr>
        <p:txBody>
          <a:bodyPr anchor="t" rtlCol="false" tIns="0" lIns="0" bIns="0" rIns="0">
            <a:spAutoFit/>
          </a:bodyPr>
          <a:lstStyle/>
          <a:p>
            <a:pPr algn="ctr" marL="0" indent="0" lvl="0">
              <a:lnSpc>
                <a:spcPts val="8526"/>
              </a:lnSpc>
            </a:pPr>
            <a:r>
              <a:rPr lang="en-US" sz="7681">
                <a:solidFill>
                  <a:srgbClr val="000000"/>
                </a:solidFill>
                <a:latin typeface="Dynapuff Condensed"/>
                <a:ea typeface="Dynapuff Condensed"/>
                <a:cs typeface="Dynapuff Condensed"/>
                <a:sym typeface="Dynapuff Condensed"/>
              </a:rPr>
              <a:t>GROUP MEMBER</a:t>
            </a:r>
          </a:p>
        </p:txBody>
      </p:sp>
      <p:sp>
        <p:nvSpPr>
          <p:cNvPr name="TextBox 18" id="18"/>
          <p:cNvSpPr txBox="true"/>
          <p:nvPr/>
        </p:nvSpPr>
        <p:spPr>
          <a:xfrm rot="0">
            <a:off x="11516697" y="6959432"/>
            <a:ext cx="3605314" cy="527972"/>
          </a:xfrm>
          <a:prstGeom prst="rect">
            <a:avLst/>
          </a:prstGeom>
        </p:spPr>
        <p:txBody>
          <a:bodyPr anchor="t" rtlCol="false" tIns="0" lIns="0" bIns="0" rIns="0">
            <a:spAutoFit/>
          </a:bodyPr>
          <a:lstStyle/>
          <a:p>
            <a:pPr algn="ctr">
              <a:lnSpc>
                <a:spcPts val="4339"/>
              </a:lnSpc>
            </a:pPr>
            <a:r>
              <a:rPr lang="en-US" sz="2893">
                <a:solidFill>
                  <a:srgbClr val="000000"/>
                </a:solidFill>
                <a:latin typeface="Dynapuff SemiCondensed"/>
                <a:ea typeface="Dynapuff SemiCondensed"/>
                <a:cs typeface="Dynapuff SemiCondensed"/>
                <a:sym typeface="Dynapuff SemiCondensed"/>
              </a:rPr>
              <a:t>Hannah Morales</a:t>
            </a:r>
          </a:p>
        </p:txBody>
      </p:sp>
      <p:sp>
        <p:nvSpPr>
          <p:cNvPr name="TextBox 19" id="19"/>
          <p:cNvSpPr txBox="true"/>
          <p:nvPr/>
        </p:nvSpPr>
        <p:spPr>
          <a:xfrm rot="0">
            <a:off x="7312484" y="6934943"/>
            <a:ext cx="3585274" cy="552450"/>
          </a:xfrm>
          <a:prstGeom prst="rect">
            <a:avLst/>
          </a:prstGeom>
        </p:spPr>
        <p:txBody>
          <a:bodyPr anchor="t" rtlCol="false" tIns="0" lIns="0" bIns="0" rIns="0">
            <a:spAutoFit/>
          </a:bodyPr>
          <a:lstStyle/>
          <a:p>
            <a:pPr algn="ctr">
              <a:lnSpc>
                <a:spcPts val="4500"/>
              </a:lnSpc>
            </a:pPr>
            <a:r>
              <a:rPr lang="en-US" sz="3000">
                <a:solidFill>
                  <a:srgbClr val="000000"/>
                </a:solidFill>
                <a:latin typeface="Dynapuff SemiCondensed"/>
                <a:ea typeface="Dynapuff SemiCondensed"/>
                <a:cs typeface="Dynapuff SemiCondensed"/>
                <a:sym typeface="Dynapuff SemiCondensed"/>
              </a:rPr>
              <a:t>Estelle Darcy</a:t>
            </a:r>
          </a:p>
        </p:txBody>
      </p:sp>
      <p:sp>
        <p:nvSpPr>
          <p:cNvPr name="TextBox 20" id="20"/>
          <p:cNvSpPr txBox="true"/>
          <p:nvPr/>
        </p:nvSpPr>
        <p:spPr>
          <a:xfrm rot="0">
            <a:off x="3165988" y="6934943"/>
            <a:ext cx="4146495" cy="552450"/>
          </a:xfrm>
          <a:prstGeom prst="rect">
            <a:avLst/>
          </a:prstGeom>
        </p:spPr>
        <p:txBody>
          <a:bodyPr anchor="t" rtlCol="false" tIns="0" lIns="0" bIns="0" rIns="0">
            <a:spAutoFit/>
          </a:bodyPr>
          <a:lstStyle/>
          <a:p>
            <a:pPr algn="ctr">
              <a:lnSpc>
                <a:spcPts val="4500"/>
              </a:lnSpc>
            </a:pPr>
            <a:r>
              <a:rPr lang="en-US" sz="3000">
                <a:solidFill>
                  <a:srgbClr val="000000"/>
                </a:solidFill>
                <a:latin typeface="Dynapuff SemiCondensed"/>
                <a:ea typeface="Dynapuff SemiCondensed"/>
                <a:cs typeface="Dynapuff SemiCondensed"/>
                <a:sym typeface="Dynapuff SemiCondensed"/>
              </a:rPr>
              <a:t>Donna Stroupe</a:t>
            </a:r>
          </a:p>
        </p:txBody>
      </p:sp>
      <p:sp>
        <p:nvSpPr>
          <p:cNvPr name="Freeform 21" id="21"/>
          <p:cNvSpPr/>
          <p:nvPr/>
        </p:nvSpPr>
        <p:spPr>
          <a:xfrm flipH="false" flipV="false" rot="0">
            <a:off x="0" y="61722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2" id="22"/>
          <p:cNvSpPr/>
          <p:nvPr/>
        </p:nvSpPr>
        <p:spPr>
          <a:xfrm flipH="true" flipV="true" rot="0">
            <a:off x="14425139" y="0"/>
            <a:ext cx="4114800" cy="4114800"/>
          </a:xfrm>
          <a:custGeom>
            <a:avLst/>
            <a:gdLst/>
            <a:ahLst/>
            <a:cxnLst/>
            <a:rect r="r" b="b" t="t" l="l"/>
            <a:pathLst>
              <a:path h="4114800" w="4114800">
                <a:moveTo>
                  <a:pt x="4114800" y="4114800"/>
                </a:moveTo>
                <a:lnTo>
                  <a:pt x="0" y="4114800"/>
                </a:lnTo>
                <a:lnTo>
                  <a:pt x="0" y="0"/>
                </a:lnTo>
                <a:lnTo>
                  <a:pt x="4114800" y="0"/>
                </a:lnTo>
                <a:lnTo>
                  <a:pt x="4114800" y="411480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FEFDA"/>
        </a:solidFill>
      </p:bgPr>
    </p:bg>
    <p:spTree>
      <p:nvGrpSpPr>
        <p:cNvPr id="1" name=""/>
        <p:cNvGrpSpPr/>
        <p:nvPr/>
      </p:nvGrpSpPr>
      <p:grpSpPr>
        <a:xfrm>
          <a:off x="0" y="0"/>
          <a:ext cx="0" cy="0"/>
          <a:chOff x="0" y="0"/>
          <a:chExt cx="0" cy="0"/>
        </a:xfrm>
      </p:grpSpPr>
      <p:sp>
        <p:nvSpPr>
          <p:cNvPr name="Freeform 2" id="2"/>
          <p:cNvSpPr/>
          <p:nvPr/>
        </p:nvSpPr>
        <p:spPr>
          <a:xfrm flipH="true" flipV="true" rot="0">
            <a:off x="12337292" y="-876300"/>
            <a:ext cx="6103108" cy="4114800"/>
          </a:xfrm>
          <a:custGeom>
            <a:avLst/>
            <a:gdLst/>
            <a:ahLst/>
            <a:cxnLst/>
            <a:rect r="r" b="b" t="t" l="l"/>
            <a:pathLst>
              <a:path h="4114800" w="6103108">
                <a:moveTo>
                  <a:pt x="6103108" y="4114800"/>
                </a:moveTo>
                <a:lnTo>
                  <a:pt x="0" y="4114800"/>
                </a:lnTo>
                <a:lnTo>
                  <a:pt x="0" y="0"/>
                </a:lnTo>
                <a:lnTo>
                  <a:pt x="6103108" y="0"/>
                </a:lnTo>
                <a:lnTo>
                  <a:pt x="6103108"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407223" y="-302623"/>
            <a:ext cx="5040401" cy="4114800"/>
          </a:xfrm>
          <a:custGeom>
            <a:avLst/>
            <a:gdLst/>
            <a:ahLst/>
            <a:cxnLst/>
            <a:rect r="r" b="b" t="t" l="l"/>
            <a:pathLst>
              <a:path h="4114800" w="5040401">
                <a:moveTo>
                  <a:pt x="0" y="0"/>
                </a:moveTo>
                <a:lnTo>
                  <a:pt x="5040401" y="0"/>
                </a:lnTo>
                <a:lnTo>
                  <a:pt x="5040401"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826735" y="6747939"/>
            <a:ext cx="6103108" cy="4114800"/>
          </a:xfrm>
          <a:custGeom>
            <a:avLst/>
            <a:gdLst/>
            <a:ahLst/>
            <a:cxnLst/>
            <a:rect r="r" b="b" t="t" l="l"/>
            <a:pathLst>
              <a:path h="4114800" w="6103108">
                <a:moveTo>
                  <a:pt x="0" y="0"/>
                </a:moveTo>
                <a:lnTo>
                  <a:pt x="6103108" y="0"/>
                </a:lnTo>
                <a:lnTo>
                  <a:pt x="6103108"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410130" y="6114049"/>
            <a:ext cx="2369825" cy="2300885"/>
          </a:xfrm>
          <a:custGeom>
            <a:avLst/>
            <a:gdLst/>
            <a:ahLst/>
            <a:cxnLst/>
            <a:rect r="r" b="b" t="t" l="l"/>
            <a:pathLst>
              <a:path h="2300885" w="2369825">
                <a:moveTo>
                  <a:pt x="0" y="0"/>
                </a:moveTo>
                <a:lnTo>
                  <a:pt x="2369825" y="0"/>
                </a:lnTo>
                <a:lnTo>
                  <a:pt x="2369825" y="2300885"/>
                </a:lnTo>
                <a:lnTo>
                  <a:pt x="0" y="230088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2088210" y="738769"/>
            <a:ext cx="14111580" cy="8809462"/>
          </a:xfrm>
          <a:custGeom>
            <a:avLst/>
            <a:gdLst/>
            <a:ahLst/>
            <a:cxnLst/>
            <a:rect r="r" b="b" t="t" l="l"/>
            <a:pathLst>
              <a:path h="8809462" w="14111580">
                <a:moveTo>
                  <a:pt x="0" y="0"/>
                </a:moveTo>
                <a:lnTo>
                  <a:pt x="14111580" y="0"/>
                </a:lnTo>
                <a:lnTo>
                  <a:pt x="14111580" y="8809462"/>
                </a:lnTo>
                <a:lnTo>
                  <a:pt x="0" y="880946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7" id="7"/>
          <p:cNvSpPr txBox="true"/>
          <p:nvPr/>
        </p:nvSpPr>
        <p:spPr>
          <a:xfrm rot="0">
            <a:off x="3597962" y="3759195"/>
            <a:ext cx="11092077" cy="3692526"/>
          </a:xfrm>
          <a:prstGeom prst="rect">
            <a:avLst/>
          </a:prstGeom>
        </p:spPr>
        <p:txBody>
          <a:bodyPr anchor="t" rtlCol="false" tIns="0" lIns="0" bIns="0" rIns="0">
            <a:spAutoFit/>
          </a:bodyPr>
          <a:lstStyle/>
          <a:p>
            <a:pPr algn="just">
              <a:lnSpc>
                <a:spcPts val="4899"/>
              </a:lnSpc>
            </a:pPr>
            <a:r>
              <a:rPr lang="en-US" sz="3499">
                <a:solidFill>
                  <a:srgbClr val="000000"/>
                </a:solidFill>
                <a:latin typeface="Dynapuff Condensed"/>
                <a:ea typeface="Dynapuff Condensed"/>
                <a:cs typeface="Dynapuff Condensed"/>
                <a:sym typeface="Dynapuff Condensed"/>
              </a:rPr>
              <a:t>Lorem ipsum dolor sit amet, consectetur adipiscing elit. Suspendisse quis enim pretium, bibendum ante ullamcorper, tincidunt augue. Nunc sed lorem aliquam, malesuada lectus eu, placerat lorem. Proin at aliquet sapien, vitae elementum mi. Nullam suscipit ante at mi malesuada, id sodales dolor dictum.</a:t>
            </a:r>
          </a:p>
        </p:txBody>
      </p:sp>
      <p:sp>
        <p:nvSpPr>
          <p:cNvPr name="TextBox 8" id="8"/>
          <p:cNvSpPr txBox="true"/>
          <p:nvPr/>
        </p:nvSpPr>
        <p:spPr>
          <a:xfrm rot="0">
            <a:off x="4924696" y="2467693"/>
            <a:ext cx="8438608" cy="770785"/>
          </a:xfrm>
          <a:prstGeom prst="rect">
            <a:avLst/>
          </a:prstGeom>
        </p:spPr>
        <p:txBody>
          <a:bodyPr anchor="t" rtlCol="false" tIns="0" lIns="0" bIns="0" rIns="0">
            <a:spAutoFit/>
          </a:bodyPr>
          <a:lstStyle/>
          <a:p>
            <a:pPr algn="ctr">
              <a:lnSpc>
                <a:spcPts val="5521"/>
              </a:lnSpc>
            </a:pPr>
            <a:r>
              <a:rPr lang="en-US" sz="6346" spc="63">
                <a:solidFill>
                  <a:srgbClr val="000000"/>
                </a:solidFill>
                <a:latin typeface="Dynapuff Condensed"/>
                <a:ea typeface="Dynapuff Condensed"/>
                <a:cs typeface="Dynapuff Condensed"/>
                <a:sym typeface="Dynapuff Condensed"/>
              </a:rPr>
              <a:t>INTRODUCTION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FEFDA"/>
        </a:solidFill>
      </p:bgPr>
    </p:bg>
    <p:spTree>
      <p:nvGrpSpPr>
        <p:cNvPr id="1" name=""/>
        <p:cNvGrpSpPr/>
        <p:nvPr/>
      </p:nvGrpSpPr>
      <p:grpSpPr>
        <a:xfrm>
          <a:off x="0" y="0"/>
          <a:ext cx="0" cy="0"/>
          <a:chOff x="0" y="0"/>
          <a:chExt cx="0" cy="0"/>
        </a:xfrm>
      </p:grpSpPr>
      <p:sp>
        <p:nvSpPr>
          <p:cNvPr name="Freeform 2" id="2"/>
          <p:cNvSpPr/>
          <p:nvPr/>
        </p:nvSpPr>
        <p:spPr>
          <a:xfrm flipH="false" flipV="false" rot="1175679">
            <a:off x="2682522" y="3039966"/>
            <a:ext cx="6516917" cy="6218334"/>
          </a:xfrm>
          <a:custGeom>
            <a:avLst/>
            <a:gdLst/>
            <a:ahLst/>
            <a:cxnLst/>
            <a:rect r="r" b="b" t="t" l="l"/>
            <a:pathLst>
              <a:path h="6218334" w="6516917">
                <a:moveTo>
                  <a:pt x="0" y="0"/>
                </a:moveTo>
                <a:lnTo>
                  <a:pt x="6516917" y="0"/>
                </a:lnTo>
                <a:lnTo>
                  <a:pt x="6516917" y="6218334"/>
                </a:lnTo>
                <a:lnTo>
                  <a:pt x="0" y="6218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175679">
            <a:off x="9998000" y="3039966"/>
            <a:ext cx="6516917" cy="6218334"/>
          </a:xfrm>
          <a:custGeom>
            <a:avLst/>
            <a:gdLst/>
            <a:ahLst/>
            <a:cxnLst/>
            <a:rect r="r" b="b" t="t" l="l"/>
            <a:pathLst>
              <a:path h="6218334" w="6516917">
                <a:moveTo>
                  <a:pt x="0" y="0"/>
                </a:moveTo>
                <a:lnTo>
                  <a:pt x="6516918" y="0"/>
                </a:lnTo>
                <a:lnTo>
                  <a:pt x="6516918" y="6218334"/>
                </a:lnTo>
                <a:lnTo>
                  <a:pt x="0" y="6218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3944461" y="1874136"/>
            <a:ext cx="10399079" cy="921592"/>
          </a:xfrm>
          <a:prstGeom prst="rect">
            <a:avLst/>
          </a:prstGeom>
        </p:spPr>
        <p:txBody>
          <a:bodyPr anchor="t" rtlCol="false" tIns="0" lIns="0" bIns="0" rIns="0">
            <a:spAutoFit/>
          </a:bodyPr>
          <a:lstStyle/>
          <a:p>
            <a:pPr algn="ctr" marL="0" indent="0" lvl="0">
              <a:lnSpc>
                <a:spcPts val="6694"/>
              </a:lnSpc>
              <a:spcBef>
                <a:spcPct val="0"/>
              </a:spcBef>
            </a:pPr>
            <a:r>
              <a:rPr lang="en-US" sz="7438" strike="noStrike" u="none">
                <a:solidFill>
                  <a:srgbClr val="000000"/>
                </a:solidFill>
                <a:latin typeface="Dynapuff Condensed"/>
                <a:ea typeface="Dynapuff Condensed"/>
                <a:cs typeface="Dynapuff Condensed"/>
                <a:sym typeface="Dynapuff Condensed"/>
              </a:rPr>
              <a:t>PROJECT GOALS</a:t>
            </a:r>
          </a:p>
        </p:txBody>
      </p:sp>
      <p:sp>
        <p:nvSpPr>
          <p:cNvPr name="TextBox 5" id="5"/>
          <p:cNvSpPr txBox="true"/>
          <p:nvPr/>
        </p:nvSpPr>
        <p:spPr>
          <a:xfrm rot="0">
            <a:off x="3676708" y="4979711"/>
            <a:ext cx="4528546" cy="2836545"/>
          </a:xfrm>
          <a:prstGeom prst="rect">
            <a:avLst/>
          </a:prstGeom>
        </p:spPr>
        <p:txBody>
          <a:bodyPr anchor="t" rtlCol="false" tIns="0" lIns="0" bIns="0" rIns="0">
            <a:spAutoFit/>
          </a:bodyPr>
          <a:lstStyle/>
          <a:p>
            <a:pPr algn="l" marL="582933" indent="-291467" lvl="1">
              <a:lnSpc>
                <a:spcPts val="3780"/>
              </a:lnSpc>
              <a:buFont typeface="Arial"/>
              <a:buChar char="•"/>
            </a:pPr>
            <a:r>
              <a:rPr lang="en-US" sz="2700">
                <a:solidFill>
                  <a:srgbClr val="000000"/>
                </a:solidFill>
                <a:latin typeface="Dynapuff SemiCondensed"/>
                <a:ea typeface="Dynapuff SemiCondensed"/>
                <a:cs typeface="Dynapuff SemiCondensed"/>
                <a:sym typeface="Dynapuff SemiCondensed"/>
              </a:rPr>
              <a:t>Lorem ipsum dolor sit amet, consectetur adipiscing elit. Praesent rutrum maximus mauris sed sodales. Ut rhoncus lacinia nisi eu tempus.</a:t>
            </a:r>
          </a:p>
        </p:txBody>
      </p:sp>
      <p:sp>
        <p:nvSpPr>
          <p:cNvPr name="TextBox 6" id="6"/>
          <p:cNvSpPr txBox="true"/>
          <p:nvPr/>
        </p:nvSpPr>
        <p:spPr>
          <a:xfrm rot="0">
            <a:off x="10992186" y="4979711"/>
            <a:ext cx="4528546" cy="2836545"/>
          </a:xfrm>
          <a:prstGeom prst="rect">
            <a:avLst/>
          </a:prstGeom>
        </p:spPr>
        <p:txBody>
          <a:bodyPr anchor="t" rtlCol="false" tIns="0" lIns="0" bIns="0" rIns="0">
            <a:spAutoFit/>
          </a:bodyPr>
          <a:lstStyle/>
          <a:p>
            <a:pPr algn="l" marL="582933" indent="-291467" lvl="1">
              <a:lnSpc>
                <a:spcPts val="3780"/>
              </a:lnSpc>
              <a:buFont typeface="Arial"/>
              <a:buChar char="•"/>
            </a:pPr>
            <a:r>
              <a:rPr lang="en-US" sz="2700">
                <a:solidFill>
                  <a:srgbClr val="000000"/>
                </a:solidFill>
                <a:latin typeface="Dynapuff SemiCondensed"/>
                <a:ea typeface="Dynapuff SemiCondensed"/>
                <a:cs typeface="Dynapuff SemiCondensed"/>
                <a:sym typeface="Dynapuff SemiCondensed"/>
              </a:rPr>
              <a:t>Lorem ipsum dolor sit amet, consectetur adipiscing elit. Praesent rutrum maximus mauris sed sodales. Ut rhoncus lacinia nisi eu tempus.</a:t>
            </a:r>
          </a:p>
        </p:txBody>
      </p:sp>
      <p:sp>
        <p:nvSpPr>
          <p:cNvPr name="Freeform 7" id="7"/>
          <p:cNvSpPr/>
          <p:nvPr/>
        </p:nvSpPr>
        <p:spPr>
          <a:xfrm flipH="false" flipV="false" rot="0">
            <a:off x="0" y="61722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true" flipV="true" rot="0">
            <a:off x="14425139" y="0"/>
            <a:ext cx="4114800" cy="4114800"/>
          </a:xfrm>
          <a:custGeom>
            <a:avLst/>
            <a:gdLst/>
            <a:ahLst/>
            <a:cxnLst/>
            <a:rect r="r" b="b" t="t" l="l"/>
            <a:pathLst>
              <a:path h="4114800" w="4114800">
                <a:moveTo>
                  <a:pt x="4114800" y="4114800"/>
                </a:moveTo>
                <a:lnTo>
                  <a:pt x="0" y="4114800"/>
                </a:lnTo>
                <a:lnTo>
                  <a:pt x="0" y="0"/>
                </a:lnTo>
                <a:lnTo>
                  <a:pt x="4114800" y="0"/>
                </a:lnTo>
                <a:lnTo>
                  <a:pt x="4114800" y="411480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FEFDA"/>
        </a:solidFill>
      </p:bgPr>
    </p:bg>
    <p:spTree>
      <p:nvGrpSpPr>
        <p:cNvPr id="1" name=""/>
        <p:cNvGrpSpPr/>
        <p:nvPr/>
      </p:nvGrpSpPr>
      <p:grpSpPr>
        <a:xfrm>
          <a:off x="0" y="0"/>
          <a:ext cx="0" cy="0"/>
          <a:chOff x="0" y="0"/>
          <a:chExt cx="0" cy="0"/>
        </a:xfrm>
      </p:grpSpPr>
      <p:sp>
        <p:nvSpPr>
          <p:cNvPr name="Freeform 2" id="2"/>
          <p:cNvSpPr/>
          <p:nvPr/>
        </p:nvSpPr>
        <p:spPr>
          <a:xfrm flipH="false" flipV="false" rot="0">
            <a:off x="4302728" y="3093960"/>
            <a:ext cx="898554" cy="895287"/>
          </a:xfrm>
          <a:custGeom>
            <a:avLst/>
            <a:gdLst/>
            <a:ahLst/>
            <a:cxnLst/>
            <a:rect r="r" b="b" t="t" l="l"/>
            <a:pathLst>
              <a:path h="895287" w="898554">
                <a:moveTo>
                  <a:pt x="0" y="0"/>
                </a:moveTo>
                <a:lnTo>
                  <a:pt x="898554" y="0"/>
                </a:lnTo>
                <a:lnTo>
                  <a:pt x="898554" y="895287"/>
                </a:lnTo>
                <a:lnTo>
                  <a:pt x="0" y="89528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8961724" y="3074910"/>
            <a:ext cx="898554" cy="895287"/>
          </a:xfrm>
          <a:custGeom>
            <a:avLst/>
            <a:gdLst/>
            <a:ahLst/>
            <a:cxnLst/>
            <a:rect r="r" b="b" t="t" l="l"/>
            <a:pathLst>
              <a:path h="895287" w="898554">
                <a:moveTo>
                  <a:pt x="0" y="0"/>
                </a:moveTo>
                <a:lnTo>
                  <a:pt x="898554" y="0"/>
                </a:lnTo>
                <a:lnTo>
                  <a:pt x="898554" y="895287"/>
                </a:lnTo>
                <a:lnTo>
                  <a:pt x="0" y="89528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086718" y="3093960"/>
            <a:ext cx="898554" cy="895287"/>
          </a:xfrm>
          <a:custGeom>
            <a:avLst/>
            <a:gdLst/>
            <a:ahLst/>
            <a:cxnLst/>
            <a:rect r="r" b="b" t="t" l="l"/>
            <a:pathLst>
              <a:path h="895287" w="898554">
                <a:moveTo>
                  <a:pt x="0" y="0"/>
                </a:moveTo>
                <a:lnTo>
                  <a:pt x="898554" y="0"/>
                </a:lnTo>
                <a:lnTo>
                  <a:pt x="898554" y="895287"/>
                </a:lnTo>
                <a:lnTo>
                  <a:pt x="0" y="89528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5" id="5"/>
          <p:cNvSpPr/>
          <p:nvPr/>
        </p:nvSpPr>
        <p:spPr>
          <a:xfrm flipV="true">
            <a:off x="5201282" y="3522554"/>
            <a:ext cx="3760442" cy="19050"/>
          </a:xfrm>
          <a:prstGeom prst="line">
            <a:avLst/>
          </a:prstGeom>
          <a:ln cap="flat" w="38100">
            <a:solidFill>
              <a:srgbClr val="000000"/>
            </a:solidFill>
            <a:prstDash val="solid"/>
            <a:headEnd type="none" len="sm" w="sm"/>
            <a:tailEnd type="none" len="sm" w="sm"/>
          </a:ln>
        </p:spPr>
      </p:sp>
      <p:sp>
        <p:nvSpPr>
          <p:cNvPr name="AutoShape 6" id="6"/>
          <p:cNvSpPr/>
          <p:nvPr/>
        </p:nvSpPr>
        <p:spPr>
          <a:xfrm>
            <a:off x="9860278" y="3524882"/>
            <a:ext cx="3226440" cy="16722"/>
          </a:xfrm>
          <a:prstGeom prst="line">
            <a:avLst/>
          </a:prstGeom>
          <a:ln cap="flat" w="38100">
            <a:solidFill>
              <a:srgbClr val="000000"/>
            </a:solidFill>
            <a:prstDash val="solid"/>
            <a:headEnd type="none" len="sm" w="sm"/>
            <a:tailEnd type="none" len="sm" w="sm"/>
          </a:ln>
        </p:spPr>
      </p:sp>
      <p:sp>
        <p:nvSpPr>
          <p:cNvPr name="TextBox 7" id="7"/>
          <p:cNvSpPr txBox="true"/>
          <p:nvPr/>
        </p:nvSpPr>
        <p:spPr>
          <a:xfrm rot="0">
            <a:off x="6180962" y="1720805"/>
            <a:ext cx="5926076" cy="953168"/>
          </a:xfrm>
          <a:prstGeom prst="rect">
            <a:avLst/>
          </a:prstGeom>
        </p:spPr>
        <p:txBody>
          <a:bodyPr anchor="t" rtlCol="false" tIns="0" lIns="0" bIns="0" rIns="0">
            <a:spAutoFit/>
          </a:bodyPr>
          <a:lstStyle/>
          <a:p>
            <a:pPr algn="ctr" marL="0" indent="0" lvl="0">
              <a:lnSpc>
                <a:spcPts val="7437"/>
              </a:lnSpc>
              <a:spcBef>
                <a:spcPct val="0"/>
              </a:spcBef>
            </a:pPr>
            <a:r>
              <a:rPr lang="en-US" b="true" sz="6197" u="none">
                <a:solidFill>
                  <a:srgbClr val="000000"/>
                </a:solidFill>
                <a:latin typeface="Dynapuff Condensed Bold"/>
                <a:ea typeface="Dynapuff Condensed Bold"/>
                <a:cs typeface="Dynapuff Condensed Bold"/>
                <a:sym typeface="Dynapuff Condensed Bold"/>
              </a:rPr>
              <a:t>PROCESS</a:t>
            </a:r>
          </a:p>
        </p:txBody>
      </p:sp>
      <p:sp>
        <p:nvSpPr>
          <p:cNvPr name="Freeform 8" id="8"/>
          <p:cNvSpPr/>
          <p:nvPr/>
        </p:nvSpPr>
        <p:spPr>
          <a:xfrm flipH="false" flipV="false" rot="1175679">
            <a:off x="11781271" y="4628293"/>
            <a:ext cx="4408001" cy="4206041"/>
          </a:xfrm>
          <a:custGeom>
            <a:avLst/>
            <a:gdLst/>
            <a:ahLst/>
            <a:cxnLst/>
            <a:rect r="r" b="b" t="t" l="l"/>
            <a:pathLst>
              <a:path h="4206041" w="4408001">
                <a:moveTo>
                  <a:pt x="0" y="0"/>
                </a:moveTo>
                <a:lnTo>
                  <a:pt x="4408002" y="0"/>
                </a:lnTo>
                <a:lnTo>
                  <a:pt x="4408002" y="4206041"/>
                </a:lnTo>
                <a:lnTo>
                  <a:pt x="0" y="420604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1175679">
            <a:off x="6939999" y="4628293"/>
            <a:ext cx="4408001" cy="4206041"/>
          </a:xfrm>
          <a:custGeom>
            <a:avLst/>
            <a:gdLst/>
            <a:ahLst/>
            <a:cxnLst/>
            <a:rect r="r" b="b" t="t" l="l"/>
            <a:pathLst>
              <a:path h="4206041" w="4408001">
                <a:moveTo>
                  <a:pt x="0" y="0"/>
                </a:moveTo>
                <a:lnTo>
                  <a:pt x="4408002" y="0"/>
                </a:lnTo>
                <a:lnTo>
                  <a:pt x="4408002" y="4206041"/>
                </a:lnTo>
                <a:lnTo>
                  <a:pt x="0" y="420604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1175679">
            <a:off x="2098727" y="4628293"/>
            <a:ext cx="4408001" cy="4206041"/>
          </a:xfrm>
          <a:custGeom>
            <a:avLst/>
            <a:gdLst/>
            <a:ahLst/>
            <a:cxnLst/>
            <a:rect r="r" b="b" t="t" l="l"/>
            <a:pathLst>
              <a:path h="4206041" w="4408001">
                <a:moveTo>
                  <a:pt x="0" y="0"/>
                </a:moveTo>
                <a:lnTo>
                  <a:pt x="4408002" y="0"/>
                </a:lnTo>
                <a:lnTo>
                  <a:pt x="4408002" y="4206041"/>
                </a:lnTo>
                <a:lnTo>
                  <a:pt x="0" y="420604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1" id="11"/>
          <p:cNvSpPr txBox="true"/>
          <p:nvPr/>
        </p:nvSpPr>
        <p:spPr>
          <a:xfrm rot="0">
            <a:off x="12819717" y="5653527"/>
            <a:ext cx="2782255" cy="2594919"/>
          </a:xfrm>
          <a:prstGeom prst="rect">
            <a:avLst/>
          </a:prstGeom>
        </p:spPr>
        <p:txBody>
          <a:bodyPr anchor="t" rtlCol="false" tIns="0" lIns="0" bIns="0" rIns="0">
            <a:spAutoFit/>
          </a:bodyPr>
          <a:lstStyle/>
          <a:p>
            <a:pPr algn="l">
              <a:lnSpc>
                <a:spcPts val="2940"/>
              </a:lnSpc>
            </a:pPr>
            <a:r>
              <a:rPr lang="en-US" sz="2100">
                <a:solidFill>
                  <a:srgbClr val="000000"/>
                </a:solidFill>
                <a:latin typeface="Dynapuff SemiCondensed"/>
                <a:ea typeface="Dynapuff SemiCondensed"/>
                <a:cs typeface="Dynapuff SemiCondensed"/>
                <a:sym typeface="Dynapuff SemiCondensed"/>
              </a:rPr>
              <a:t>Lorem ipsum dolor sit amet, consectetur adipiscing elit. Praesent rutrum maximus mauris sed sodales. Ut rhoncus lacinia nisi eu tempus.</a:t>
            </a:r>
          </a:p>
        </p:txBody>
      </p:sp>
      <p:sp>
        <p:nvSpPr>
          <p:cNvPr name="TextBox 12" id="12"/>
          <p:cNvSpPr txBox="true"/>
          <p:nvPr/>
        </p:nvSpPr>
        <p:spPr>
          <a:xfrm rot="0">
            <a:off x="7752873" y="5653527"/>
            <a:ext cx="2782255" cy="2594919"/>
          </a:xfrm>
          <a:prstGeom prst="rect">
            <a:avLst/>
          </a:prstGeom>
        </p:spPr>
        <p:txBody>
          <a:bodyPr anchor="t" rtlCol="false" tIns="0" lIns="0" bIns="0" rIns="0">
            <a:spAutoFit/>
          </a:bodyPr>
          <a:lstStyle/>
          <a:p>
            <a:pPr algn="l">
              <a:lnSpc>
                <a:spcPts val="2940"/>
              </a:lnSpc>
            </a:pPr>
            <a:r>
              <a:rPr lang="en-US" sz="2100">
                <a:solidFill>
                  <a:srgbClr val="000000"/>
                </a:solidFill>
                <a:latin typeface="Dynapuff SemiCondensed"/>
                <a:ea typeface="Dynapuff SemiCondensed"/>
                <a:cs typeface="Dynapuff SemiCondensed"/>
                <a:sym typeface="Dynapuff SemiCondensed"/>
              </a:rPr>
              <a:t>Lorem ipsum dolor sit amet, consectetur adipiscing elit. Praesent rutrum maximus mauris sed sodales. Ut rhoncus lacinia nisi eu tempus.</a:t>
            </a:r>
          </a:p>
        </p:txBody>
      </p:sp>
      <p:sp>
        <p:nvSpPr>
          <p:cNvPr name="TextBox 13" id="13"/>
          <p:cNvSpPr txBox="true"/>
          <p:nvPr/>
        </p:nvSpPr>
        <p:spPr>
          <a:xfrm rot="0">
            <a:off x="2949430" y="5410042"/>
            <a:ext cx="2782255" cy="2594919"/>
          </a:xfrm>
          <a:prstGeom prst="rect">
            <a:avLst/>
          </a:prstGeom>
        </p:spPr>
        <p:txBody>
          <a:bodyPr anchor="t" rtlCol="false" tIns="0" lIns="0" bIns="0" rIns="0">
            <a:spAutoFit/>
          </a:bodyPr>
          <a:lstStyle/>
          <a:p>
            <a:pPr algn="l">
              <a:lnSpc>
                <a:spcPts val="2940"/>
              </a:lnSpc>
            </a:pPr>
            <a:r>
              <a:rPr lang="en-US" sz="2100">
                <a:solidFill>
                  <a:srgbClr val="000000"/>
                </a:solidFill>
                <a:latin typeface="Dynapuff SemiCondensed"/>
                <a:ea typeface="Dynapuff SemiCondensed"/>
                <a:cs typeface="Dynapuff SemiCondensed"/>
                <a:sym typeface="Dynapuff SemiCondensed"/>
              </a:rPr>
              <a:t>Lorem ipsum dolor sit amet, consectetur adipiscing elit. Praesent rutrum maximus mauris sed sodales. Ut rhoncus lacinia nisi eu tempus.</a:t>
            </a:r>
          </a:p>
        </p:txBody>
      </p:sp>
      <p:sp>
        <p:nvSpPr>
          <p:cNvPr name="Freeform 14" id="14"/>
          <p:cNvSpPr/>
          <p:nvPr/>
        </p:nvSpPr>
        <p:spPr>
          <a:xfrm flipH="false" flipV="true" rot="0">
            <a:off x="-250222" y="-103861"/>
            <a:ext cx="4114800" cy="4114800"/>
          </a:xfrm>
          <a:custGeom>
            <a:avLst/>
            <a:gdLst/>
            <a:ahLst/>
            <a:cxnLst/>
            <a:rect r="r" b="b" t="t" l="l"/>
            <a:pathLst>
              <a:path h="4114800" w="4114800">
                <a:moveTo>
                  <a:pt x="0" y="4114800"/>
                </a:moveTo>
                <a:lnTo>
                  <a:pt x="4114800" y="4114800"/>
                </a:lnTo>
                <a:lnTo>
                  <a:pt x="4114800" y="0"/>
                </a:lnTo>
                <a:lnTo>
                  <a:pt x="0" y="0"/>
                </a:lnTo>
                <a:lnTo>
                  <a:pt x="0" y="411480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5" id="15"/>
          <p:cNvSpPr/>
          <p:nvPr/>
        </p:nvSpPr>
        <p:spPr>
          <a:xfrm flipH="true" flipV="true" rot="0">
            <a:off x="14425139" y="0"/>
            <a:ext cx="4114800" cy="4114800"/>
          </a:xfrm>
          <a:custGeom>
            <a:avLst/>
            <a:gdLst/>
            <a:ahLst/>
            <a:cxnLst/>
            <a:rect r="r" b="b" t="t" l="l"/>
            <a:pathLst>
              <a:path h="4114800" w="4114800">
                <a:moveTo>
                  <a:pt x="4114800" y="4114800"/>
                </a:moveTo>
                <a:lnTo>
                  <a:pt x="0" y="4114800"/>
                </a:lnTo>
                <a:lnTo>
                  <a:pt x="0" y="0"/>
                </a:lnTo>
                <a:lnTo>
                  <a:pt x="4114800" y="0"/>
                </a:lnTo>
                <a:lnTo>
                  <a:pt x="4114800" y="411480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FEFDA"/>
        </a:solidFill>
      </p:bgPr>
    </p:bg>
    <p:spTree>
      <p:nvGrpSpPr>
        <p:cNvPr id="1" name=""/>
        <p:cNvGrpSpPr/>
        <p:nvPr/>
      </p:nvGrpSpPr>
      <p:grpSpPr>
        <a:xfrm>
          <a:off x="0" y="0"/>
          <a:ext cx="0" cy="0"/>
          <a:chOff x="0" y="0"/>
          <a:chExt cx="0" cy="0"/>
        </a:xfrm>
      </p:grpSpPr>
      <p:sp>
        <p:nvSpPr>
          <p:cNvPr name="TextBox 2" id="2"/>
          <p:cNvSpPr txBox="true"/>
          <p:nvPr/>
        </p:nvSpPr>
        <p:spPr>
          <a:xfrm rot="0">
            <a:off x="4744200" y="2130705"/>
            <a:ext cx="8799600" cy="1000125"/>
          </a:xfrm>
          <a:prstGeom prst="rect">
            <a:avLst/>
          </a:prstGeom>
        </p:spPr>
        <p:txBody>
          <a:bodyPr anchor="t" rtlCol="false" tIns="0" lIns="0" bIns="0" rIns="0">
            <a:spAutoFit/>
          </a:bodyPr>
          <a:lstStyle/>
          <a:p>
            <a:pPr algn="ctr" marL="0" indent="0" lvl="0">
              <a:lnSpc>
                <a:spcPts val="7800"/>
              </a:lnSpc>
            </a:pPr>
            <a:r>
              <a:rPr lang="en-US" sz="6500">
                <a:solidFill>
                  <a:srgbClr val="000000"/>
                </a:solidFill>
                <a:latin typeface="Dynapuff Condensed"/>
                <a:ea typeface="Dynapuff Condensed"/>
                <a:cs typeface="Dynapuff Condensed"/>
                <a:sym typeface="Dynapuff Condensed"/>
              </a:rPr>
              <a:t>ANALYSIS</a:t>
            </a:r>
          </a:p>
        </p:txBody>
      </p:sp>
      <p:pic>
        <p:nvPicPr>
          <p:cNvPr name="Picture 3" id="3"/>
          <p:cNvPicPr>
            <a:picLocks noChangeAspect="true"/>
          </p:cNvPicPr>
          <p:nvPr/>
        </p:nvPicPr>
        <p:blipFill>
          <a:blip r:embed="rId2"/>
          <a:stretch>
            <a:fillRect/>
          </a:stretch>
        </p:blipFill>
        <p:spPr>
          <a:xfrm rot="0">
            <a:off x="2275444" y="2761131"/>
            <a:ext cx="4436386" cy="4436386"/>
          </a:xfrm>
          <a:prstGeom prst="rect">
            <a:avLst/>
          </a:prstGeom>
        </p:spPr>
      </p:pic>
      <p:sp>
        <p:nvSpPr>
          <p:cNvPr name="Freeform 4" id="4"/>
          <p:cNvSpPr/>
          <p:nvPr/>
        </p:nvSpPr>
        <p:spPr>
          <a:xfrm flipH="false" flipV="false" rot="0">
            <a:off x="0" y="61722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true" flipV="true" rot="0">
            <a:off x="14425139" y="0"/>
            <a:ext cx="4114800" cy="4114800"/>
          </a:xfrm>
          <a:custGeom>
            <a:avLst/>
            <a:gdLst/>
            <a:ahLst/>
            <a:cxnLst/>
            <a:rect r="r" b="b" t="t" l="l"/>
            <a:pathLst>
              <a:path h="4114800" w="4114800">
                <a:moveTo>
                  <a:pt x="4114800" y="4114800"/>
                </a:moveTo>
                <a:lnTo>
                  <a:pt x="0" y="4114800"/>
                </a:lnTo>
                <a:lnTo>
                  <a:pt x="0" y="0"/>
                </a:lnTo>
                <a:lnTo>
                  <a:pt x="4114800" y="0"/>
                </a:lnTo>
                <a:lnTo>
                  <a:pt x="4114800" y="411480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6" id="6"/>
          <p:cNvSpPr txBox="true"/>
          <p:nvPr/>
        </p:nvSpPr>
        <p:spPr>
          <a:xfrm rot="0">
            <a:off x="7880158" y="3891999"/>
            <a:ext cx="6969501" cy="4108168"/>
          </a:xfrm>
          <a:prstGeom prst="rect">
            <a:avLst/>
          </a:prstGeom>
        </p:spPr>
        <p:txBody>
          <a:bodyPr anchor="t" rtlCol="false" tIns="0" lIns="0" bIns="0" rIns="0">
            <a:spAutoFit/>
          </a:bodyPr>
          <a:lstStyle/>
          <a:p>
            <a:pPr algn="l">
              <a:lnSpc>
                <a:spcPts val="4060"/>
              </a:lnSpc>
            </a:pPr>
            <a:r>
              <a:rPr lang="en-US" sz="2900">
                <a:solidFill>
                  <a:srgbClr val="000000"/>
                </a:solidFill>
                <a:latin typeface="Dynapuff SemiCondensed"/>
                <a:ea typeface="Dynapuff SemiCondensed"/>
                <a:cs typeface="Dynapuff SemiCondensed"/>
                <a:sym typeface="Dynapuff SemiCondensed"/>
              </a:rPr>
              <a:t>Lorem ipsum dolor sit amet, consectetur adipiscing elit. Suspendisse quis enim pretium, bibendum ante ullamcorper, tincidunt augue. Nunc sed lorem aliquam, malesuada lectus eu, placerat lorem. Proin at aliquet sapien, vitae elementum mi. Nullam suscipit ante at mi malesuada, id sodales dolor dictum.</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FEFDA"/>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a:off x="3000852" y="2971816"/>
            <a:ext cx="5772893" cy="5492110"/>
          </a:xfrm>
          <a:prstGeom prst="rect">
            <a:avLst/>
          </a:prstGeom>
        </p:spPr>
      </p:pic>
      <p:sp>
        <p:nvSpPr>
          <p:cNvPr name="TextBox 3" id="3"/>
          <p:cNvSpPr txBox="true"/>
          <p:nvPr/>
        </p:nvSpPr>
        <p:spPr>
          <a:xfrm rot="0">
            <a:off x="9878985" y="4175324"/>
            <a:ext cx="5681965" cy="3936603"/>
          </a:xfrm>
          <a:prstGeom prst="rect">
            <a:avLst/>
          </a:prstGeom>
        </p:spPr>
        <p:txBody>
          <a:bodyPr anchor="t" rtlCol="false" tIns="0" lIns="0" bIns="0" rIns="0">
            <a:spAutoFit/>
          </a:bodyPr>
          <a:lstStyle/>
          <a:p>
            <a:pPr algn="just">
              <a:lnSpc>
                <a:spcPts val="3500"/>
              </a:lnSpc>
            </a:pPr>
            <a:r>
              <a:rPr lang="en-US" sz="2500">
                <a:solidFill>
                  <a:srgbClr val="000000"/>
                </a:solidFill>
                <a:latin typeface="Dynapuff SemiCondensed"/>
                <a:ea typeface="Dynapuff SemiCondensed"/>
                <a:cs typeface="Dynapuff SemiCondensed"/>
                <a:sym typeface="Dynapuff SemiCondensed"/>
              </a:rPr>
              <a:t>Lorem ipsum dolor sit amet, consectetur adipiscing elit. Suspendisse quis enim pretium, bibendum ante ullamcorper, tincidunt augue. Nunc sed lorem aliquam, malesuada lectus eu, placerat lorem. Proin at aliquet sapien, vitae elementum mi. Nullam suscipit ante at mi malesuada, id sodales dolor dictum.</a:t>
            </a:r>
          </a:p>
        </p:txBody>
      </p:sp>
      <p:sp>
        <p:nvSpPr>
          <p:cNvPr name="TextBox 4" id="4"/>
          <p:cNvSpPr txBox="true"/>
          <p:nvPr/>
        </p:nvSpPr>
        <p:spPr>
          <a:xfrm rot="0">
            <a:off x="4741883" y="1689913"/>
            <a:ext cx="8799600" cy="1000125"/>
          </a:xfrm>
          <a:prstGeom prst="rect">
            <a:avLst/>
          </a:prstGeom>
        </p:spPr>
        <p:txBody>
          <a:bodyPr anchor="t" rtlCol="false" tIns="0" lIns="0" bIns="0" rIns="0">
            <a:spAutoFit/>
          </a:bodyPr>
          <a:lstStyle/>
          <a:p>
            <a:pPr algn="ctr" marL="0" indent="0" lvl="0">
              <a:lnSpc>
                <a:spcPts val="7800"/>
              </a:lnSpc>
            </a:pPr>
            <a:r>
              <a:rPr lang="en-US" sz="6500">
                <a:solidFill>
                  <a:srgbClr val="000000"/>
                </a:solidFill>
                <a:latin typeface="Dynapuff Condensed"/>
                <a:ea typeface="Dynapuff Condensed"/>
                <a:cs typeface="Dynapuff Condensed"/>
                <a:sym typeface="Dynapuff Condensed"/>
              </a:rPr>
              <a:t>ANALYSIS</a:t>
            </a:r>
          </a:p>
        </p:txBody>
      </p:sp>
      <p:sp>
        <p:nvSpPr>
          <p:cNvPr name="Freeform 5" id="5"/>
          <p:cNvSpPr/>
          <p:nvPr/>
        </p:nvSpPr>
        <p:spPr>
          <a:xfrm flipH="false" flipV="false" rot="0">
            <a:off x="0" y="61722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true" flipV="true" rot="0">
            <a:off x="14425139" y="0"/>
            <a:ext cx="4114800" cy="4114800"/>
          </a:xfrm>
          <a:custGeom>
            <a:avLst/>
            <a:gdLst/>
            <a:ahLst/>
            <a:cxnLst/>
            <a:rect r="r" b="b" t="t" l="l"/>
            <a:pathLst>
              <a:path h="4114800" w="4114800">
                <a:moveTo>
                  <a:pt x="4114800" y="4114800"/>
                </a:moveTo>
                <a:lnTo>
                  <a:pt x="0" y="4114800"/>
                </a:lnTo>
                <a:lnTo>
                  <a:pt x="0" y="0"/>
                </a:lnTo>
                <a:lnTo>
                  <a:pt x="4114800" y="0"/>
                </a:lnTo>
                <a:lnTo>
                  <a:pt x="4114800" y="411480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FEFDA"/>
        </a:solidFill>
      </p:bgPr>
    </p:bg>
    <p:spTree>
      <p:nvGrpSpPr>
        <p:cNvPr id="1" name=""/>
        <p:cNvGrpSpPr/>
        <p:nvPr/>
      </p:nvGrpSpPr>
      <p:grpSpPr>
        <a:xfrm>
          <a:off x="0" y="0"/>
          <a:ext cx="0" cy="0"/>
          <a:chOff x="0" y="0"/>
          <a:chExt cx="0" cy="0"/>
        </a:xfrm>
      </p:grpSpPr>
      <p:sp>
        <p:nvSpPr>
          <p:cNvPr name="Freeform 2" id="2"/>
          <p:cNvSpPr/>
          <p:nvPr/>
        </p:nvSpPr>
        <p:spPr>
          <a:xfrm flipH="true" flipV="true" rot="0">
            <a:off x="12337292" y="-876300"/>
            <a:ext cx="6103108" cy="4114800"/>
          </a:xfrm>
          <a:custGeom>
            <a:avLst/>
            <a:gdLst/>
            <a:ahLst/>
            <a:cxnLst/>
            <a:rect r="r" b="b" t="t" l="l"/>
            <a:pathLst>
              <a:path h="4114800" w="6103108">
                <a:moveTo>
                  <a:pt x="6103108" y="4114800"/>
                </a:moveTo>
                <a:lnTo>
                  <a:pt x="0" y="4114800"/>
                </a:lnTo>
                <a:lnTo>
                  <a:pt x="0" y="0"/>
                </a:lnTo>
                <a:lnTo>
                  <a:pt x="6103108" y="0"/>
                </a:lnTo>
                <a:lnTo>
                  <a:pt x="6103108"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407223" y="-302623"/>
            <a:ext cx="5040401" cy="4114800"/>
          </a:xfrm>
          <a:custGeom>
            <a:avLst/>
            <a:gdLst/>
            <a:ahLst/>
            <a:cxnLst/>
            <a:rect r="r" b="b" t="t" l="l"/>
            <a:pathLst>
              <a:path h="4114800" w="5040401">
                <a:moveTo>
                  <a:pt x="0" y="0"/>
                </a:moveTo>
                <a:lnTo>
                  <a:pt x="5040401" y="0"/>
                </a:lnTo>
                <a:lnTo>
                  <a:pt x="5040401"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826735" y="6747939"/>
            <a:ext cx="6103108" cy="4114800"/>
          </a:xfrm>
          <a:custGeom>
            <a:avLst/>
            <a:gdLst/>
            <a:ahLst/>
            <a:cxnLst/>
            <a:rect r="r" b="b" t="t" l="l"/>
            <a:pathLst>
              <a:path h="4114800" w="6103108">
                <a:moveTo>
                  <a:pt x="0" y="0"/>
                </a:moveTo>
                <a:lnTo>
                  <a:pt x="6103108" y="0"/>
                </a:lnTo>
                <a:lnTo>
                  <a:pt x="6103108"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410130" y="6114049"/>
            <a:ext cx="2369825" cy="2300885"/>
          </a:xfrm>
          <a:custGeom>
            <a:avLst/>
            <a:gdLst/>
            <a:ahLst/>
            <a:cxnLst/>
            <a:rect r="r" b="b" t="t" l="l"/>
            <a:pathLst>
              <a:path h="2300885" w="2369825">
                <a:moveTo>
                  <a:pt x="0" y="0"/>
                </a:moveTo>
                <a:lnTo>
                  <a:pt x="2369825" y="0"/>
                </a:lnTo>
                <a:lnTo>
                  <a:pt x="2369825" y="2300885"/>
                </a:lnTo>
                <a:lnTo>
                  <a:pt x="0" y="230088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2088210" y="738769"/>
            <a:ext cx="14111580" cy="8809462"/>
          </a:xfrm>
          <a:custGeom>
            <a:avLst/>
            <a:gdLst/>
            <a:ahLst/>
            <a:cxnLst/>
            <a:rect r="r" b="b" t="t" l="l"/>
            <a:pathLst>
              <a:path h="8809462" w="14111580">
                <a:moveTo>
                  <a:pt x="0" y="0"/>
                </a:moveTo>
                <a:lnTo>
                  <a:pt x="14111580" y="0"/>
                </a:lnTo>
                <a:lnTo>
                  <a:pt x="14111580" y="8809462"/>
                </a:lnTo>
                <a:lnTo>
                  <a:pt x="0" y="880946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7" id="7"/>
          <p:cNvSpPr txBox="true"/>
          <p:nvPr/>
        </p:nvSpPr>
        <p:spPr>
          <a:xfrm rot="0">
            <a:off x="4709691" y="2381885"/>
            <a:ext cx="8868618" cy="856615"/>
          </a:xfrm>
          <a:prstGeom prst="rect">
            <a:avLst/>
          </a:prstGeom>
        </p:spPr>
        <p:txBody>
          <a:bodyPr anchor="t" rtlCol="false" tIns="0" lIns="0" bIns="0" rIns="0">
            <a:spAutoFit/>
          </a:bodyPr>
          <a:lstStyle/>
          <a:p>
            <a:pPr algn="ctr" marL="0" indent="0" lvl="0">
              <a:lnSpc>
                <a:spcPts val="6305"/>
              </a:lnSpc>
              <a:spcBef>
                <a:spcPct val="0"/>
              </a:spcBef>
            </a:pPr>
            <a:r>
              <a:rPr lang="en-US" sz="6500" u="none">
                <a:solidFill>
                  <a:srgbClr val="000000"/>
                </a:solidFill>
                <a:latin typeface="Dynapuff Condensed"/>
                <a:ea typeface="Dynapuff Condensed"/>
                <a:cs typeface="Dynapuff Condensed"/>
                <a:sym typeface="Dynapuff Condensed"/>
              </a:rPr>
              <a:t>RESULT</a:t>
            </a:r>
          </a:p>
        </p:txBody>
      </p:sp>
      <p:sp>
        <p:nvSpPr>
          <p:cNvPr name="TextBox 8" id="8"/>
          <p:cNvSpPr txBox="true"/>
          <p:nvPr/>
        </p:nvSpPr>
        <p:spPr>
          <a:xfrm rot="0">
            <a:off x="4224213" y="3507515"/>
            <a:ext cx="9839574" cy="1573140"/>
          </a:xfrm>
          <a:prstGeom prst="rect">
            <a:avLst/>
          </a:prstGeom>
        </p:spPr>
        <p:txBody>
          <a:bodyPr anchor="t" rtlCol="false" tIns="0" lIns="0" bIns="0" rIns="0">
            <a:spAutoFit/>
          </a:bodyPr>
          <a:lstStyle/>
          <a:p>
            <a:pPr algn="just" marL="691044" indent="-345522" lvl="1">
              <a:lnSpc>
                <a:spcPts val="4128"/>
              </a:lnSpc>
              <a:buFont typeface="Arial"/>
              <a:buChar char="•"/>
            </a:pPr>
            <a:r>
              <a:rPr lang="en-US" sz="3200">
                <a:solidFill>
                  <a:srgbClr val="000000"/>
                </a:solidFill>
                <a:latin typeface="Dynapuff SemiCondensed"/>
                <a:ea typeface="Dynapuff SemiCondensed"/>
                <a:cs typeface="Dynapuff SemiCondensed"/>
                <a:sym typeface="Dynapuff SemiCondensed"/>
              </a:rPr>
              <a:t>Lorem ipsum dolor sit amet, consectetur adipiscing elit. Praesent rutrum maximus mauris sed sodales. Ut rhoncus lacinia nisi eu tempus.</a:t>
            </a:r>
          </a:p>
        </p:txBody>
      </p:sp>
      <p:sp>
        <p:nvSpPr>
          <p:cNvPr name="TextBox 9" id="9"/>
          <p:cNvSpPr txBox="true"/>
          <p:nvPr/>
        </p:nvSpPr>
        <p:spPr>
          <a:xfrm rot="0">
            <a:off x="4224213" y="5566431"/>
            <a:ext cx="9839574" cy="1573140"/>
          </a:xfrm>
          <a:prstGeom prst="rect">
            <a:avLst/>
          </a:prstGeom>
        </p:spPr>
        <p:txBody>
          <a:bodyPr anchor="t" rtlCol="false" tIns="0" lIns="0" bIns="0" rIns="0">
            <a:spAutoFit/>
          </a:bodyPr>
          <a:lstStyle/>
          <a:p>
            <a:pPr algn="just" marL="691044" indent="-345522" lvl="1">
              <a:lnSpc>
                <a:spcPts val="4128"/>
              </a:lnSpc>
              <a:buFont typeface="Arial"/>
              <a:buChar char="•"/>
            </a:pPr>
            <a:r>
              <a:rPr lang="en-US" sz="3200">
                <a:solidFill>
                  <a:srgbClr val="000000"/>
                </a:solidFill>
                <a:latin typeface="Dynapuff SemiCondensed"/>
                <a:ea typeface="Dynapuff SemiCondensed"/>
                <a:cs typeface="Dynapuff SemiCondensed"/>
                <a:sym typeface="Dynapuff SemiCondensed"/>
              </a:rPr>
              <a:t>Lorem ipsum dolor sit amet, consectetur adipiscing elit. Praesent rutrum maximus mauris sed sodales. Ut rhoncus lacinia nisi eu tempus.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FEFDA"/>
        </a:solidFill>
      </p:bgPr>
    </p:bg>
    <p:spTree>
      <p:nvGrpSpPr>
        <p:cNvPr id="1" name=""/>
        <p:cNvGrpSpPr/>
        <p:nvPr/>
      </p:nvGrpSpPr>
      <p:grpSpPr>
        <a:xfrm>
          <a:off x="0" y="0"/>
          <a:ext cx="0" cy="0"/>
          <a:chOff x="0" y="0"/>
          <a:chExt cx="0" cy="0"/>
        </a:xfrm>
      </p:grpSpPr>
      <p:sp>
        <p:nvSpPr>
          <p:cNvPr name="Freeform 2" id="2"/>
          <p:cNvSpPr/>
          <p:nvPr/>
        </p:nvSpPr>
        <p:spPr>
          <a:xfrm flipH="false" flipV="false" rot="0">
            <a:off x="2224819" y="738769"/>
            <a:ext cx="14111580" cy="8809462"/>
          </a:xfrm>
          <a:custGeom>
            <a:avLst/>
            <a:gdLst/>
            <a:ahLst/>
            <a:cxnLst/>
            <a:rect r="r" b="b" t="t" l="l"/>
            <a:pathLst>
              <a:path h="8809462" w="14111580">
                <a:moveTo>
                  <a:pt x="0" y="0"/>
                </a:moveTo>
                <a:lnTo>
                  <a:pt x="14111580" y="0"/>
                </a:lnTo>
                <a:lnTo>
                  <a:pt x="14111580" y="8809462"/>
                </a:lnTo>
                <a:lnTo>
                  <a:pt x="0" y="880946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3907379" y="3872004"/>
            <a:ext cx="11117866" cy="3702050"/>
          </a:xfrm>
          <a:prstGeom prst="rect">
            <a:avLst/>
          </a:prstGeom>
        </p:spPr>
        <p:txBody>
          <a:bodyPr anchor="t" rtlCol="false" tIns="0" lIns="0" bIns="0" rIns="0">
            <a:spAutoFit/>
          </a:bodyPr>
          <a:lstStyle/>
          <a:p>
            <a:pPr algn="just">
              <a:lnSpc>
                <a:spcPts val="4900"/>
              </a:lnSpc>
            </a:pPr>
            <a:r>
              <a:rPr lang="en-US" sz="3500">
                <a:solidFill>
                  <a:srgbClr val="000000"/>
                </a:solidFill>
                <a:latin typeface="Dynapuff SemiCondensed"/>
                <a:ea typeface="Dynapuff SemiCondensed"/>
                <a:cs typeface="Dynapuff SemiCondensed"/>
                <a:sym typeface="Dynapuff SemiCondensed"/>
              </a:rPr>
              <a:t>Lorem ipsum dolor sit amet, consectetur adipiscing elit. Suspendisse quis enim pretium, bibendum ante ullamcorper, tincidunt augue. Nunc sed lorem aliquam, malesuada lectus eu, placerat lorem. Proin at aliquet sapien, vitae elementum mi. Nullam suscipit ante at mi malesuada, id sodales dolor dictum.</a:t>
            </a:r>
          </a:p>
        </p:txBody>
      </p:sp>
      <p:sp>
        <p:nvSpPr>
          <p:cNvPr name="TextBox 4" id="4"/>
          <p:cNvSpPr txBox="true"/>
          <p:nvPr/>
        </p:nvSpPr>
        <p:spPr>
          <a:xfrm rot="0">
            <a:off x="5468828" y="2437405"/>
            <a:ext cx="7350343" cy="1000169"/>
          </a:xfrm>
          <a:prstGeom prst="rect">
            <a:avLst/>
          </a:prstGeom>
        </p:spPr>
        <p:txBody>
          <a:bodyPr anchor="t" rtlCol="false" tIns="0" lIns="0" bIns="0" rIns="0">
            <a:spAutoFit/>
          </a:bodyPr>
          <a:lstStyle/>
          <a:p>
            <a:pPr algn="ctr" marL="0" indent="0" lvl="0">
              <a:lnSpc>
                <a:spcPts val="7800"/>
              </a:lnSpc>
              <a:spcBef>
                <a:spcPct val="0"/>
              </a:spcBef>
            </a:pPr>
            <a:r>
              <a:rPr lang="en-US" sz="6500">
                <a:solidFill>
                  <a:srgbClr val="000000"/>
                </a:solidFill>
                <a:latin typeface="Dynapuff Condensed"/>
                <a:ea typeface="Dynapuff Condensed"/>
                <a:cs typeface="Dynapuff Condensed"/>
                <a:sym typeface="Dynapuff Condensed"/>
              </a:rPr>
              <a:t>CONCLUSION</a:t>
            </a:r>
          </a:p>
        </p:txBody>
      </p:sp>
      <p:sp>
        <p:nvSpPr>
          <p:cNvPr name="Freeform 5" id="5"/>
          <p:cNvSpPr/>
          <p:nvPr/>
        </p:nvSpPr>
        <p:spPr>
          <a:xfrm flipH="true" flipV="true" rot="0">
            <a:off x="12337292" y="-876300"/>
            <a:ext cx="6103108" cy="4114800"/>
          </a:xfrm>
          <a:custGeom>
            <a:avLst/>
            <a:gdLst/>
            <a:ahLst/>
            <a:cxnLst/>
            <a:rect r="r" b="b" t="t" l="l"/>
            <a:pathLst>
              <a:path h="4114800" w="6103108">
                <a:moveTo>
                  <a:pt x="6103108" y="4114800"/>
                </a:moveTo>
                <a:lnTo>
                  <a:pt x="0" y="4114800"/>
                </a:lnTo>
                <a:lnTo>
                  <a:pt x="0" y="0"/>
                </a:lnTo>
                <a:lnTo>
                  <a:pt x="6103108" y="0"/>
                </a:lnTo>
                <a:lnTo>
                  <a:pt x="6103108" y="411480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4407223" y="-302623"/>
            <a:ext cx="5040401" cy="4114800"/>
          </a:xfrm>
          <a:custGeom>
            <a:avLst/>
            <a:gdLst/>
            <a:ahLst/>
            <a:cxnLst/>
            <a:rect r="r" b="b" t="t" l="l"/>
            <a:pathLst>
              <a:path h="4114800" w="5040401">
                <a:moveTo>
                  <a:pt x="0" y="0"/>
                </a:moveTo>
                <a:lnTo>
                  <a:pt x="5040401" y="0"/>
                </a:lnTo>
                <a:lnTo>
                  <a:pt x="5040401"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826735" y="6747939"/>
            <a:ext cx="6103108" cy="4114800"/>
          </a:xfrm>
          <a:custGeom>
            <a:avLst/>
            <a:gdLst/>
            <a:ahLst/>
            <a:cxnLst/>
            <a:rect r="r" b="b" t="t" l="l"/>
            <a:pathLst>
              <a:path h="4114800" w="6103108">
                <a:moveTo>
                  <a:pt x="0" y="0"/>
                </a:moveTo>
                <a:lnTo>
                  <a:pt x="6103108" y="0"/>
                </a:lnTo>
                <a:lnTo>
                  <a:pt x="6103108"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410130" y="6114049"/>
            <a:ext cx="2369825" cy="2300885"/>
          </a:xfrm>
          <a:custGeom>
            <a:avLst/>
            <a:gdLst/>
            <a:ahLst/>
            <a:cxnLst/>
            <a:rect r="r" b="b" t="t" l="l"/>
            <a:pathLst>
              <a:path h="2300885" w="2369825">
                <a:moveTo>
                  <a:pt x="0" y="0"/>
                </a:moveTo>
                <a:lnTo>
                  <a:pt x="2369825" y="0"/>
                </a:lnTo>
                <a:lnTo>
                  <a:pt x="2369825" y="2300885"/>
                </a:lnTo>
                <a:lnTo>
                  <a:pt x="0" y="230088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FEFDA"/>
        </a:solidFill>
      </p:bgPr>
    </p:bg>
    <p:spTree>
      <p:nvGrpSpPr>
        <p:cNvPr id="1" name=""/>
        <p:cNvGrpSpPr/>
        <p:nvPr/>
      </p:nvGrpSpPr>
      <p:grpSpPr>
        <a:xfrm>
          <a:off x="0" y="0"/>
          <a:ext cx="0" cy="0"/>
          <a:chOff x="0" y="0"/>
          <a:chExt cx="0" cy="0"/>
        </a:xfrm>
      </p:grpSpPr>
      <p:sp>
        <p:nvSpPr>
          <p:cNvPr name="TextBox 2" id="2"/>
          <p:cNvSpPr txBox="true"/>
          <p:nvPr/>
        </p:nvSpPr>
        <p:spPr>
          <a:xfrm rot="0">
            <a:off x="5073816" y="3975664"/>
            <a:ext cx="8688208" cy="3601917"/>
          </a:xfrm>
          <a:prstGeom prst="rect">
            <a:avLst/>
          </a:prstGeom>
        </p:spPr>
        <p:txBody>
          <a:bodyPr anchor="t" rtlCol="false" tIns="0" lIns="0" bIns="0" rIns="0">
            <a:spAutoFit/>
          </a:bodyPr>
          <a:lstStyle/>
          <a:p>
            <a:pPr algn="ctr" marL="0" indent="0" lvl="0">
              <a:lnSpc>
                <a:spcPts val="13373"/>
              </a:lnSpc>
            </a:pPr>
            <a:r>
              <a:rPr lang="en-US" sz="16716" spc="501">
                <a:solidFill>
                  <a:srgbClr val="000000"/>
                </a:solidFill>
                <a:latin typeface="Dynapuff Condensed"/>
                <a:ea typeface="Dynapuff Condensed"/>
                <a:cs typeface="Dynapuff Condensed"/>
                <a:sym typeface="Dynapuff Condensed"/>
              </a:rPr>
              <a:t>THANK YOU</a:t>
            </a:r>
          </a:p>
        </p:txBody>
      </p:sp>
      <p:sp>
        <p:nvSpPr>
          <p:cNvPr name="Freeform 3" id="3"/>
          <p:cNvSpPr/>
          <p:nvPr/>
        </p:nvSpPr>
        <p:spPr>
          <a:xfrm flipH="false" flipV="false" rot="0">
            <a:off x="-664261" y="6677503"/>
            <a:ext cx="6103108" cy="4114800"/>
          </a:xfrm>
          <a:custGeom>
            <a:avLst/>
            <a:gdLst/>
            <a:ahLst/>
            <a:cxnLst/>
            <a:rect r="r" b="b" t="t" l="l"/>
            <a:pathLst>
              <a:path h="4114800" w="6103108">
                <a:moveTo>
                  <a:pt x="0" y="0"/>
                </a:moveTo>
                <a:lnTo>
                  <a:pt x="6103109" y="0"/>
                </a:lnTo>
                <a:lnTo>
                  <a:pt x="6103109"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true" rot="0">
            <a:off x="12184892" y="-1028700"/>
            <a:ext cx="6103108" cy="4114800"/>
          </a:xfrm>
          <a:custGeom>
            <a:avLst/>
            <a:gdLst/>
            <a:ahLst/>
            <a:cxnLst/>
            <a:rect r="r" b="b" t="t" l="l"/>
            <a:pathLst>
              <a:path h="4114800" w="6103108">
                <a:moveTo>
                  <a:pt x="6103108" y="4114800"/>
                </a:moveTo>
                <a:lnTo>
                  <a:pt x="0" y="4114800"/>
                </a:lnTo>
                <a:lnTo>
                  <a:pt x="0" y="0"/>
                </a:lnTo>
                <a:lnTo>
                  <a:pt x="6103108" y="0"/>
                </a:lnTo>
                <a:lnTo>
                  <a:pt x="6103108"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4254823" y="-455023"/>
            <a:ext cx="5040401" cy="4114800"/>
          </a:xfrm>
          <a:custGeom>
            <a:avLst/>
            <a:gdLst/>
            <a:ahLst/>
            <a:cxnLst/>
            <a:rect r="r" b="b" t="t" l="l"/>
            <a:pathLst>
              <a:path h="4114800" w="5040401">
                <a:moveTo>
                  <a:pt x="0" y="0"/>
                </a:moveTo>
                <a:lnTo>
                  <a:pt x="5040401" y="0"/>
                </a:lnTo>
                <a:lnTo>
                  <a:pt x="5040401"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572605" y="6043612"/>
            <a:ext cx="2369825" cy="2300885"/>
          </a:xfrm>
          <a:custGeom>
            <a:avLst/>
            <a:gdLst/>
            <a:ahLst/>
            <a:cxnLst/>
            <a:rect r="r" b="b" t="t" l="l"/>
            <a:pathLst>
              <a:path h="2300885" w="2369825">
                <a:moveTo>
                  <a:pt x="0" y="0"/>
                </a:moveTo>
                <a:lnTo>
                  <a:pt x="2369825" y="0"/>
                </a:lnTo>
                <a:lnTo>
                  <a:pt x="2369825" y="2300885"/>
                </a:lnTo>
                <a:lnTo>
                  <a:pt x="0" y="230088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true" rot="0">
            <a:off x="0" y="0"/>
            <a:ext cx="4114800" cy="4114800"/>
          </a:xfrm>
          <a:custGeom>
            <a:avLst/>
            <a:gdLst/>
            <a:ahLst/>
            <a:cxnLst/>
            <a:rect r="r" b="b" t="t" l="l"/>
            <a:pathLst>
              <a:path h="4114800" w="4114800">
                <a:moveTo>
                  <a:pt x="0" y="4114800"/>
                </a:moveTo>
                <a:lnTo>
                  <a:pt x="4114800" y="4114800"/>
                </a:lnTo>
                <a:lnTo>
                  <a:pt x="4114800" y="0"/>
                </a:lnTo>
                <a:lnTo>
                  <a:pt x="0" y="0"/>
                </a:lnTo>
                <a:lnTo>
                  <a:pt x="0" y="411480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true" flipV="false" rot="0">
            <a:off x="14173200" y="6287097"/>
            <a:ext cx="4114800" cy="4114800"/>
          </a:xfrm>
          <a:custGeom>
            <a:avLst/>
            <a:gdLst/>
            <a:ahLst/>
            <a:cxnLst/>
            <a:rect r="r" b="b" t="t" l="l"/>
            <a:pathLst>
              <a:path h="4114800" w="4114800">
                <a:moveTo>
                  <a:pt x="4114800" y="0"/>
                </a:moveTo>
                <a:lnTo>
                  <a:pt x="0" y="0"/>
                </a:lnTo>
                <a:lnTo>
                  <a:pt x="0" y="4114800"/>
                </a:lnTo>
                <a:lnTo>
                  <a:pt x="4114800" y="4114800"/>
                </a:lnTo>
                <a:lnTo>
                  <a:pt x="411480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DAG5nTimcSg</dc:identifier>
  <dcterms:modified xsi:type="dcterms:W3CDTF">2011-08-01T06:04:30Z</dcterms:modified>
  <cp:revision>1</cp:revision>
  <dc:title>Cream and  Dark Brown Aesthetic Abstract Corner Project Presentation</dc:title>
</cp:coreProperties>
</file>